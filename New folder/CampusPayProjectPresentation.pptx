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23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22.png"/><Relationship Id="rId7" Type="http://schemas.openxmlformats.org/officeDocument/2006/relationships/image" Target="../media/image41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23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46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0.png"/><Relationship Id="rId7" Type="http://schemas.openxmlformats.org/officeDocument/2006/relationships/image" Target="../media/image22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23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22.png"/><Relationship Id="rId7" Type="http://schemas.openxmlformats.org/officeDocument/2006/relationships/image" Target="../media/image41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23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5.png"/><Relationship Id="rId7" Type="http://schemas.openxmlformats.org/officeDocument/2006/relationships/image" Target="../media/image47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46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B7D2A8-FD56-4BFA-A136-27DDC502273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B253EEE-50FC-4DBE-8F0B-4DE14759AB23}">
      <dgm:prSet/>
      <dgm:spPr/>
      <dgm:t>
        <a:bodyPr/>
        <a:lstStyle/>
        <a:p>
          <a:pPr>
            <a:defRPr cap="all"/>
          </a:pPr>
          <a:r>
            <a:rPr lang="en-US"/>
            <a:t>Smart POS system for university cafés</a:t>
          </a:r>
        </a:p>
      </dgm:t>
    </dgm:pt>
    <dgm:pt modelId="{C4FE0DFA-D80F-41D7-969E-D8C6D308E722}" type="parTrans" cxnId="{3AD1CFAB-3887-44B7-B431-1C0533413698}">
      <dgm:prSet/>
      <dgm:spPr/>
      <dgm:t>
        <a:bodyPr/>
        <a:lstStyle/>
        <a:p>
          <a:endParaRPr lang="en-US"/>
        </a:p>
      </dgm:t>
    </dgm:pt>
    <dgm:pt modelId="{65505F00-16E3-4E8A-A8A1-1073051006B8}" type="sibTrans" cxnId="{3AD1CFAB-3887-44B7-B431-1C0533413698}">
      <dgm:prSet/>
      <dgm:spPr/>
      <dgm:t>
        <a:bodyPr/>
        <a:lstStyle/>
        <a:p>
          <a:endParaRPr lang="en-US"/>
        </a:p>
      </dgm:t>
    </dgm:pt>
    <dgm:pt modelId="{26C415C5-14B1-4B89-A76E-1F43D66C64A3}">
      <dgm:prSet/>
      <dgm:spPr/>
      <dgm:t>
        <a:bodyPr/>
        <a:lstStyle/>
        <a:p>
          <a:pPr>
            <a:defRPr cap="all"/>
          </a:pPr>
          <a:r>
            <a:rPr lang="en-US"/>
            <a:t>RFID-based student authentication</a:t>
          </a:r>
        </a:p>
      </dgm:t>
    </dgm:pt>
    <dgm:pt modelId="{AEADF12D-A4CB-474F-935D-781BA0B59AFE}" type="parTrans" cxnId="{6D116AF7-0A87-4DE9-922E-5A226201925E}">
      <dgm:prSet/>
      <dgm:spPr/>
      <dgm:t>
        <a:bodyPr/>
        <a:lstStyle/>
        <a:p>
          <a:endParaRPr lang="en-US"/>
        </a:p>
      </dgm:t>
    </dgm:pt>
    <dgm:pt modelId="{4CE5F9ED-831D-4452-9347-0FB3F21009B2}" type="sibTrans" cxnId="{6D116AF7-0A87-4DE9-922E-5A226201925E}">
      <dgm:prSet/>
      <dgm:spPr/>
      <dgm:t>
        <a:bodyPr/>
        <a:lstStyle/>
        <a:p>
          <a:endParaRPr lang="en-US"/>
        </a:p>
      </dgm:t>
    </dgm:pt>
    <dgm:pt modelId="{D0450CE2-106D-41F8-82B3-921B3B7020EC}">
      <dgm:prSet/>
      <dgm:spPr/>
      <dgm:t>
        <a:bodyPr/>
        <a:lstStyle/>
        <a:p>
          <a:pPr>
            <a:defRPr cap="all"/>
          </a:pPr>
          <a:r>
            <a:rPr lang="en-US"/>
            <a:t>Mobile ordering with wallet payments</a:t>
          </a:r>
        </a:p>
      </dgm:t>
    </dgm:pt>
    <dgm:pt modelId="{D7C809B9-6DBB-4CD5-AB25-131077B5BCF8}" type="parTrans" cxnId="{03EB9B6D-1839-4989-A9D4-10714F7EA063}">
      <dgm:prSet/>
      <dgm:spPr/>
      <dgm:t>
        <a:bodyPr/>
        <a:lstStyle/>
        <a:p>
          <a:endParaRPr lang="en-US"/>
        </a:p>
      </dgm:t>
    </dgm:pt>
    <dgm:pt modelId="{FA588279-6B66-41BF-A2CB-72A2B8FEAE5C}" type="sibTrans" cxnId="{03EB9B6D-1839-4989-A9D4-10714F7EA063}">
      <dgm:prSet/>
      <dgm:spPr/>
      <dgm:t>
        <a:bodyPr/>
        <a:lstStyle/>
        <a:p>
          <a:endParaRPr lang="en-US"/>
        </a:p>
      </dgm:t>
    </dgm:pt>
    <dgm:pt modelId="{CDB55DAB-0E05-4941-AA4D-736B3AA14C53}">
      <dgm:prSet/>
      <dgm:spPr/>
      <dgm:t>
        <a:bodyPr/>
        <a:lstStyle/>
        <a:p>
          <a:pPr>
            <a:defRPr cap="all"/>
          </a:pPr>
          <a:r>
            <a:rPr lang="en-US"/>
            <a:t>Scalable backend deployed on AWS</a:t>
          </a:r>
        </a:p>
      </dgm:t>
    </dgm:pt>
    <dgm:pt modelId="{59CEF9FF-2C2C-4631-A928-CE894896058D}" type="parTrans" cxnId="{51BFE782-958F-4E1C-BBC6-C3EC8504F078}">
      <dgm:prSet/>
      <dgm:spPr/>
      <dgm:t>
        <a:bodyPr/>
        <a:lstStyle/>
        <a:p>
          <a:endParaRPr lang="en-US"/>
        </a:p>
      </dgm:t>
    </dgm:pt>
    <dgm:pt modelId="{4AEA2611-B032-4605-8B12-537972293EE5}" type="sibTrans" cxnId="{51BFE782-958F-4E1C-BBC6-C3EC8504F078}">
      <dgm:prSet/>
      <dgm:spPr/>
      <dgm:t>
        <a:bodyPr/>
        <a:lstStyle/>
        <a:p>
          <a:endParaRPr lang="en-US"/>
        </a:p>
      </dgm:t>
    </dgm:pt>
    <dgm:pt modelId="{C57ADB99-F9E6-41BE-B4C7-92DC6F1639D8}" type="pres">
      <dgm:prSet presAssocID="{AEB7D2A8-FD56-4BFA-A136-27DDC5022738}" presName="root" presStyleCnt="0">
        <dgm:presLayoutVars>
          <dgm:dir/>
          <dgm:resizeHandles val="exact"/>
        </dgm:presLayoutVars>
      </dgm:prSet>
      <dgm:spPr/>
    </dgm:pt>
    <dgm:pt modelId="{C7A74884-0811-417B-9DCB-72987C1371C8}" type="pres">
      <dgm:prSet presAssocID="{4B253EEE-50FC-4DBE-8F0B-4DE14759AB23}" presName="compNode" presStyleCnt="0"/>
      <dgm:spPr/>
    </dgm:pt>
    <dgm:pt modelId="{F440A27F-8B1C-4DB2-B725-18B40BB3D3F0}" type="pres">
      <dgm:prSet presAssocID="{4B253EEE-50FC-4DBE-8F0B-4DE14759AB23}" presName="iconBgRect" presStyleLbl="bgShp" presStyleIdx="0" presStyleCnt="4"/>
      <dgm:spPr/>
    </dgm:pt>
    <dgm:pt modelId="{097CB3CF-4339-4072-95F9-91F0E142010A}" type="pres">
      <dgm:prSet presAssocID="{4B253EEE-50FC-4DBE-8F0B-4DE14759AB2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9F76DBD1-726F-4D8E-A115-278FA3CDDD92}" type="pres">
      <dgm:prSet presAssocID="{4B253EEE-50FC-4DBE-8F0B-4DE14759AB23}" presName="spaceRect" presStyleCnt="0"/>
      <dgm:spPr/>
    </dgm:pt>
    <dgm:pt modelId="{E6895B44-49FA-4B13-99D6-432BE7CC8275}" type="pres">
      <dgm:prSet presAssocID="{4B253EEE-50FC-4DBE-8F0B-4DE14759AB23}" presName="textRect" presStyleLbl="revTx" presStyleIdx="0" presStyleCnt="4">
        <dgm:presLayoutVars>
          <dgm:chMax val="1"/>
          <dgm:chPref val="1"/>
        </dgm:presLayoutVars>
      </dgm:prSet>
      <dgm:spPr/>
    </dgm:pt>
    <dgm:pt modelId="{6AC4B53F-8A66-4083-9A61-912CB1F3B1BB}" type="pres">
      <dgm:prSet presAssocID="{65505F00-16E3-4E8A-A8A1-1073051006B8}" presName="sibTrans" presStyleCnt="0"/>
      <dgm:spPr/>
    </dgm:pt>
    <dgm:pt modelId="{740C69CF-03CC-4953-B656-2A45B9D05D44}" type="pres">
      <dgm:prSet presAssocID="{26C415C5-14B1-4B89-A76E-1F43D66C64A3}" presName="compNode" presStyleCnt="0"/>
      <dgm:spPr/>
    </dgm:pt>
    <dgm:pt modelId="{3A3D7120-6D0F-4E21-B601-4356EADDE934}" type="pres">
      <dgm:prSet presAssocID="{26C415C5-14B1-4B89-A76E-1F43D66C64A3}" presName="iconBgRect" presStyleLbl="bgShp" presStyleIdx="1" presStyleCnt="4"/>
      <dgm:spPr/>
    </dgm:pt>
    <dgm:pt modelId="{2A4A0CE1-8959-4CC2-9E32-C86ED61F5212}" type="pres">
      <dgm:prSet presAssocID="{26C415C5-14B1-4B89-A76E-1F43D66C64A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C83C1806-DE4A-429F-9707-DA1F460AC77E}" type="pres">
      <dgm:prSet presAssocID="{26C415C5-14B1-4B89-A76E-1F43D66C64A3}" presName="spaceRect" presStyleCnt="0"/>
      <dgm:spPr/>
    </dgm:pt>
    <dgm:pt modelId="{C00A290E-C024-4D74-AEDD-7B837DA05370}" type="pres">
      <dgm:prSet presAssocID="{26C415C5-14B1-4B89-A76E-1F43D66C64A3}" presName="textRect" presStyleLbl="revTx" presStyleIdx="1" presStyleCnt="4">
        <dgm:presLayoutVars>
          <dgm:chMax val="1"/>
          <dgm:chPref val="1"/>
        </dgm:presLayoutVars>
      </dgm:prSet>
      <dgm:spPr/>
    </dgm:pt>
    <dgm:pt modelId="{B2C320F6-7C3B-4BFA-96E5-E180117B085C}" type="pres">
      <dgm:prSet presAssocID="{4CE5F9ED-831D-4452-9347-0FB3F21009B2}" presName="sibTrans" presStyleCnt="0"/>
      <dgm:spPr/>
    </dgm:pt>
    <dgm:pt modelId="{9739FE52-C351-46E2-8F48-28C09BBDD28B}" type="pres">
      <dgm:prSet presAssocID="{D0450CE2-106D-41F8-82B3-921B3B7020EC}" presName="compNode" presStyleCnt="0"/>
      <dgm:spPr/>
    </dgm:pt>
    <dgm:pt modelId="{38E88CD0-E692-49F9-9D7A-AAE321CD76A4}" type="pres">
      <dgm:prSet presAssocID="{D0450CE2-106D-41F8-82B3-921B3B7020EC}" presName="iconBgRect" presStyleLbl="bgShp" presStyleIdx="2" presStyleCnt="4"/>
      <dgm:spPr/>
    </dgm:pt>
    <dgm:pt modelId="{D9990907-9E64-41B2-8B7D-4A32B9105584}" type="pres">
      <dgm:prSet presAssocID="{D0450CE2-106D-41F8-82B3-921B3B7020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299FA4C-CA43-4D4B-9BC7-DA6E58091A56}" type="pres">
      <dgm:prSet presAssocID="{D0450CE2-106D-41F8-82B3-921B3B7020EC}" presName="spaceRect" presStyleCnt="0"/>
      <dgm:spPr/>
    </dgm:pt>
    <dgm:pt modelId="{EB4839D2-6838-4EA9-A031-7F14D8454CC4}" type="pres">
      <dgm:prSet presAssocID="{D0450CE2-106D-41F8-82B3-921B3B7020EC}" presName="textRect" presStyleLbl="revTx" presStyleIdx="2" presStyleCnt="4">
        <dgm:presLayoutVars>
          <dgm:chMax val="1"/>
          <dgm:chPref val="1"/>
        </dgm:presLayoutVars>
      </dgm:prSet>
      <dgm:spPr/>
    </dgm:pt>
    <dgm:pt modelId="{B489D60C-7914-4269-8FDD-ED906BD2A07C}" type="pres">
      <dgm:prSet presAssocID="{FA588279-6B66-41BF-A2CB-72A2B8FEAE5C}" presName="sibTrans" presStyleCnt="0"/>
      <dgm:spPr/>
    </dgm:pt>
    <dgm:pt modelId="{57037934-A816-40D2-8947-2845F0DEDCB5}" type="pres">
      <dgm:prSet presAssocID="{CDB55DAB-0E05-4941-AA4D-736B3AA14C53}" presName="compNode" presStyleCnt="0"/>
      <dgm:spPr/>
    </dgm:pt>
    <dgm:pt modelId="{E2FE8D4A-4484-4EB9-82BE-A6C3D7E6EAFF}" type="pres">
      <dgm:prSet presAssocID="{CDB55DAB-0E05-4941-AA4D-736B3AA14C53}" presName="iconBgRect" presStyleLbl="bgShp" presStyleIdx="3" presStyleCnt="4"/>
      <dgm:spPr/>
    </dgm:pt>
    <dgm:pt modelId="{B887EAF6-FFE8-4ADE-B3C8-11804709F29F}" type="pres">
      <dgm:prSet presAssocID="{CDB55DAB-0E05-4941-AA4D-736B3AA14C5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2C8E5EB-C60F-46A4-8CA3-F3EE625F84E1}" type="pres">
      <dgm:prSet presAssocID="{CDB55DAB-0E05-4941-AA4D-736B3AA14C53}" presName="spaceRect" presStyleCnt="0"/>
      <dgm:spPr/>
    </dgm:pt>
    <dgm:pt modelId="{1BFA85BB-9D26-4E2F-BD0C-DA2188029AAF}" type="pres">
      <dgm:prSet presAssocID="{CDB55DAB-0E05-4941-AA4D-736B3AA14C5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84F008-E736-45E8-A018-EDDFE5CB13C2}" type="presOf" srcId="{4B253EEE-50FC-4DBE-8F0B-4DE14759AB23}" destId="{E6895B44-49FA-4B13-99D6-432BE7CC8275}" srcOrd="0" destOrd="0" presId="urn:microsoft.com/office/officeart/2018/5/layout/IconCircleLabelList"/>
    <dgm:cxn modelId="{00C69E27-9577-47FD-BA66-46CE5168E1FD}" type="presOf" srcId="{CDB55DAB-0E05-4941-AA4D-736B3AA14C53}" destId="{1BFA85BB-9D26-4E2F-BD0C-DA2188029AAF}" srcOrd="0" destOrd="0" presId="urn:microsoft.com/office/officeart/2018/5/layout/IconCircleLabelList"/>
    <dgm:cxn modelId="{09F3C127-17F7-4A9B-A0BB-EB1DB1083CDE}" type="presOf" srcId="{26C415C5-14B1-4B89-A76E-1F43D66C64A3}" destId="{C00A290E-C024-4D74-AEDD-7B837DA05370}" srcOrd="0" destOrd="0" presId="urn:microsoft.com/office/officeart/2018/5/layout/IconCircleLabelList"/>
    <dgm:cxn modelId="{4BE1FE4A-A471-419B-AA76-B2EA47E45D88}" type="presOf" srcId="{AEB7D2A8-FD56-4BFA-A136-27DDC5022738}" destId="{C57ADB99-F9E6-41BE-B4C7-92DC6F1639D8}" srcOrd="0" destOrd="0" presId="urn:microsoft.com/office/officeart/2018/5/layout/IconCircleLabelList"/>
    <dgm:cxn modelId="{03EB9B6D-1839-4989-A9D4-10714F7EA063}" srcId="{AEB7D2A8-FD56-4BFA-A136-27DDC5022738}" destId="{D0450CE2-106D-41F8-82B3-921B3B7020EC}" srcOrd="2" destOrd="0" parTransId="{D7C809B9-6DBB-4CD5-AB25-131077B5BCF8}" sibTransId="{FA588279-6B66-41BF-A2CB-72A2B8FEAE5C}"/>
    <dgm:cxn modelId="{75919181-4AA7-4A55-A10B-A10C330A6F9A}" type="presOf" srcId="{D0450CE2-106D-41F8-82B3-921B3B7020EC}" destId="{EB4839D2-6838-4EA9-A031-7F14D8454CC4}" srcOrd="0" destOrd="0" presId="urn:microsoft.com/office/officeart/2018/5/layout/IconCircleLabelList"/>
    <dgm:cxn modelId="{51BFE782-958F-4E1C-BBC6-C3EC8504F078}" srcId="{AEB7D2A8-FD56-4BFA-A136-27DDC5022738}" destId="{CDB55DAB-0E05-4941-AA4D-736B3AA14C53}" srcOrd="3" destOrd="0" parTransId="{59CEF9FF-2C2C-4631-A928-CE894896058D}" sibTransId="{4AEA2611-B032-4605-8B12-537972293EE5}"/>
    <dgm:cxn modelId="{3AD1CFAB-3887-44B7-B431-1C0533413698}" srcId="{AEB7D2A8-FD56-4BFA-A136-27DDC5022738}" destId="{4B253EEE-50FC-4DBE-8F0B-4DE14759AB23}" srcOrd="0" destOrd="0" parTransId="{C4FE0DFA-D80F-41D7-969E-D8C6D308E722}" sibTransId="{65505F00-16E3-4E8A-A8A1-1073051006B8}"/>
    <dgm:cxn modelId="{6D116AF7-0A87-4DE9-922E-5A226201925E}" srcId="{AEB7D2A8-FD56-4BFA-A136-27DDC5022738}" destId="{26C415C5-14B1-4B89-A76E-1F43D66C64A3}" srcOrd="1" destOrd="0" parTransId="{AEADF12D-A4CB-474F-935D-781BA0B59AFE}" sibTransId="{4CE5F9ED-831D-4452-9347-0FB3F21009B2}"/>
    <dgm:cxn modelId="{ECB604B7-D665-4474-953E-41799CF826B2}" type="presParOf" srcId="{C57ADB99-F9E6-41BE-B4C7-92DC6F1639D8}" destId="{C7A74884-0811-417B-9DCB-72987C1371C8}" srcOrd="0" destOrd="0" presId="urn:microsoft.com/office/officeart/2018/5/layout/IconCircleLabelList"/>
    <dgm:cxn modelId="{74BD541B-BB19-4CAE-A958-7088E564BB34}" type="presParOf" srcId="{C7A74884-0811-417B-9DCB-72987C1371C8}" destId="{F440A27F-8B1C-4DB2-B725-18B40BB3D3F0}" srcOrd="0" destOrd="0" presId="urn:microsoft.com/office/officeart/2018/5/layout/IconCircleLabelList"/>
    <dgm:cxn modelId="{D6447BFA-6F43-4804-85EF-3221836CEF11}" type="presParOf" srcId="{C7A74884-0811-417B-9DCB-72987C1371C8}" destId="{097CB3CF-4339-4072-95F9-91F0E142010A}" srcOrd="1" destOrd="0" presId="urn:microsoft.com/office/officeart/2018/5/layout/IconCircleLabelList"/>
    <dgm:cxn modelId="{C5026A3A-1C6F-41C2-B32A-7DBCFA8066F4}" type="presParOf" srcId="{C7A74884-0811-417B-9DCB-72987C1371C8}" destId="{9F76DBD1-726F-4D8E-A115-278FA3CDDD92}" srcOrd="2" destOrd="0" presId="urn:microsoft.com/office/officeart/2018/5/layout/IconCircleLabelList"/>
    <dgm:cxn modelId="{AE1D1690-84B5-4805-B900-36165FD173CD}" type="presParOf" srcId="{C7A74884-0811-417B-9DCB-72987C1371C8}" destId="{E6895B44-49FA-4B13-99D6-432BE7CC8275}" srcOrd="3" destOrd="0" presId="urn:microsoft.com/office/officeart/2018/5/layout/IconCircleLabelList"/>
    <dgm:cxn modelId="{90ACA206-E07B-4E16-94AF-791A4DEB7ED5}" type="presParOf" srcId="{C57ADB99-F9E6-41BE-B4C7-92DC6F1639D8}" destId="{6AC4B53F-8A66-4083-9A61-912CB1F3B1BB}" srcOrd="1" destOrd="0" presId="urn:microsoft.com/office/officeart/2018/5/layout/IconCircleLabelList"/>
    <dgm:cxn modelId="{E4D4AE6D-62E0-401D-AE1E-2E79294D5384}" type="presParOf" srcId="{C57ADB99-F9E6-41BE-B4C7-92DC6F1639D8}" destId="{740C69CF-03CC-4953-B656-2A45B9D05D44}" srcOrd="2" destOrd="0" presId="urn:microsoft.com/office/officeart/2018/5/layout/IconCircleLabelList"/>
    <dgm:cxn modelId="{860B9D83-BA4C-411C-9C43-0622A21B9EF8}" type="presParOf" srcId="{740C69CF-03CC-4953-B656-2A45B9D05D44}" destId="{3A3D7120-6D0F-4E21-B601-4356EADDE934}" srcOrd="0" destOrd="0" presId="urn:microsoft.com/office/officeart/2018/5/layout/IconCircleLabelList"/>
    <dgm:cxn modelId="{D50BB00A-6398-4446-9DE3-B5DF90542EAC}" type="presParOf" srcId="{740C69CF-03CC-4953-B656-2A45B9D05D44}" destId="{2A4A0CE1-8959-4CC2-9E32-C86ED61F5212}" srcOrd="1" destOrd="0" presId="urn:microsoft.com/office/officeart/2018/5/layout/IconCircleLabelList"/>
    <dgm:cxn modelId="{5F9106FD-36E9-46F1-8CB8-B2273C8A7189}" type="presParOf" srcId="{740C69CF-03CC-4953-B656-2A45B9D05D44}" destId="{C83C1806-DE4A-429F-9707-DA1F460AC77E}" srcOrd="2" destOrd="0" presId="urn:microsoft.com/office/officeart/2018/5/layout/IconCircleLabelList"/>
    <dgm:cxn modelId="{AAB42554-EC25-414E-B5CE-A5210B673EC9}" type="presParOf" srcId="{740C69CF-03CC-4953-B656-2A45B9D05D44}" destId="{C00A290E-C024-4D74-AEDD-7B837DA05370}" srcOrd="3" destOrd="0" presId="urn:microsoft.com/office/officeart/2018/5/layout/IconCircleLabelList"/>
    <dgm:cxn modelId="{7E5BA7E5-4D52-453B-9D2A-D5563D32975D}" type="presParOf" srcId="{C57ADB99-F9E6-41BE-B4C7-92DC6F1639D8}" destId="{B2C320F6-7C3B-4BFA-96E5-E180117B085C}" srcOrd="3" destOrd="0" presId="urn:microsoft.com/office/officeart/2018/5/layout/IconCircleLabelList"/>
    <dgm:cxn modelId="{379A49A0-CEBA-41BF-A2A9-3C5575D23BE3}" type="presParOf" srcId="{C57ADB99-F9E6-41BE-B4C7-92DC6F1639D8}" destId="{9739FE52-C351-46E2-8F48-28C09BBDD28B}" srcOrd="4" destOrd="0" presId="urn:microsoft.com/office/officeart/2018/5/layout/IconCircleLabelList"/>
    <dgm:cxn modelId="{6A2B03C7-D4DD-4301-9BF1-DCD997FB7BC3}" type="presParOf" srcId="{9739FE52-C351-46E2-8F48-28C09BBDD28B}" destId="{38E88CD0-E692-49F9-9D7A-AAE321CD76A4}" srcOrd="0" destOrd="0" presId="urn:microsoft.com/office/officeart/2018/5/layout/IconCircleLabelList"/>
    <dgm:cxn modelId="{644DE5EC-E88F-45AE-BA86-8BCC07C884C9}" type="presParOf" srcId="{9739FE52-C351-46E2-8F48-28C09BBDD28B}" destId="{D9990907-9E64-41B2-8B7D-4A32B9105584}" srcOrd="1" destOrd="0" presId="urn:microsoft.com/office/officeart/2018/5/layout/IconCircleLabelList"/>
    <dgm:cxn modelId="{530D8D56-8908-4279-A4E6-1EC4D507569B}" type="presParOf" srcId="{9739FE52-C351-46E2-8F48-28C09BBDD28B}" destId="{A299FA4C-CA43-4D4B-9BC7-DA6E58091A56}" srcOrd="2" destOrd="0" presId="urn:microsoft.com/office/officeart/2018/5/layout/IconCircleLabelList"/>
    <dgm:cxn modelId="{8F38709B-FA3E-46B6-BF10-E15533E166F7}" type="presParOf" srcId="{9739FE52-C351-46E2-8F48-28C09BBDD28B}" destId="{EB4839D2-6838-4EA9-A031-7F14D8454CC4}" srcOrd="3" destOrd="0" presId="urn:microsoft.com/office/officeart/2018/5/layout/IconCircleLabelList"/>
    <dgm:cxn modelId="{9381D859-DFB6-451D-8FF6-5479EC147777}" type="presParOf" srcId="{C57ADB99-F9E6-41BE-B4C7-92DC6F1639D8}" destId="{B489D60C-7914-4269-8FDD-ED906BD2A07C}" srcOrd="5" destOrd="0" presId="urn:microsoft.com/office/officeart/2018/5/layout/IconCircleLabelList"/>
    <dgm:cxn modelId="{CEB0B2EF-3BE0-4064-A73C-D6FD7343D02E}" type="presParOf" srcId="{C57ADB99-F9E6-41BE-B4C7-92DC6F1639D8}" destId="{57037934-A816-40D2-8947-2845F0DEDCB5}" srcOrd="6" destOrd="0" presId="urn:microsoft.com/office/officeart/2018/5/layout/IconCircleLabelList"/>
    <dgm:cxn modelId="{102DEBE4-2AC6-405F-8AD0-1C6695EBA048}" type="presParOf" srcId="{57037934-A816-40D2-8947-2845F0DEDCB5}" destId="{E2FE8D4A-4484-4EB9-82BE-A6C3D7E6EAFF}" srcOrd="0" destOrd="0" presId="urn:microsoft.com/office/officeart/2018/5/layout/IconCircleLabelList"/>
    <dgm:cxn modelId="{3F98ED76-BF34-423C-8605-1849D29F5E63}" type="presParOf" srcId="{57037934-A816-40D2-8947-2845F0DEDCB5}" destId="{B887EAF6-FFE8-4ADE-B3C8-11804709F29F}" srcOrd="1" destOrd="0" presId="urn:microsoft.com/office/officeart/2018/5/layout/IconCircleLabelList"/>
    <dgm:cxn modelId="{BE00A183-4019-419B-AEB6-49DB4F2D3A15}" type="presParOf" srcId="{57037934-A816-40D2-8947-2845F0DEDCB5}" destId="{12C8E5EB-C60F-46A4-8CA3-F3EE625F84E1}" srcOrd="2" destOrd="0" presId="urn:microsoft.com/office/officeart/2018/5/layout/IconCircleLabelList"/>
    <dgm:cxn modelId="{FC873429-A95E-4F11-9115-3A2262220997}" type="presParOf" srcId="{57037934-A816-40D2-8947-2845F0DEDCB5}" destId="{1BFA85BB-9D26-4E2F-BD0C-DA2188029A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9AE486-645B-49BB-B467-5086930095A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A690DC1-09E3-435C-8AEC-590B25C5636C}">
      <dgm:prSet/>
      <dgm:spPr/>
      <dgm:t>
        <a:bodyPr/>
        <a:lstStyle/>
        <a:p>
          <a:r>
            <a:rPr lang="en-US"/>
            <a:t>Manual café queues cause delays</a:t>
          </a:r>
        </a:p>
      </dgm:t>
    </dgm:pt>
    <dgm:pt modelId="{33F686E7-D0E4-4864-9829-311D7D3831B6}" type="parTrans" cxnId="{7B3CBFFD-E3D1-426D-9337-B25DF9C92731}">
      <dgm:prSet/>
      <dgm:spPr/>
      <dgm:t>
        <a:bodyPr/>
        <a:lstStyle/>
        <a:p>
          <a:endParaRPr lang="en-US"/>
        </a:p>
      </dgm:t>
    </dgm:pt>
    <dgm:pt modelId="{5343F213-3806-4A4C-B6D4-15A2CC298041}" type="sibTrans" cxnId="{7B3CBFFD-E3D1-426D-9337-B25DF9C92731}">
      <dgm:prSet/>
      <dgm:spPr/>
      <dgm:t>
        <a:bodyPr/>
        <a:lstStyle/>
        <a:p>
          <a:endParaRPr lang="en-US"/>
        </a:p>
      </dgm:t>
    </dgm:pt>
    <dgm:pt modelId="{1517CCF0-6BDE-4D13-B399-1D75F8AF1EA8}">
      <dgm:prSet/>
      <dgm:spPr/>
      <dgm:t>
        <a:bodyPr/>
        <a:lstStyle/>
        <a:p>
          <a:r>
            <a:rPr lang="en-US"/>
            <a:t>Cash handling is inefficient</a:t>
          </a:r>
        </a:p>
      </dgm:t>
    </dgm:pt>
    <dgm:pt modelId="{4614625E-16E0-4E0A-82CC-5E77C32A4854}" type="parTrans" cxnId="{3E9CEE25-60E0-494E-855D-34E5EDA9757D}">
      <dgm:prSet/>
      <dgm:spPr/>
      <dgm:t>
        <a:bodyPr/>
        <a:lstStyle/>
        <a:p>
          <a:endParaRPr lang="en-US"/>
        </a:p>
      </dgm:t>
    </dgm:pt>
    <dgm:pt modelId="{1D08A7DC-0A20-495F-9513-2D3525BF74B4}" type="sibTrans" cxnId="{3E9CEE25-60E0-494E-855D-34E5EDA9757D}">
      <dgm:prSet/>
      <dgm:spPr/>
      <dgm:t>
        <a:bodyPr/>
        <a:lstStyle/>
        <a:p>
          <a:endParaRPr lang="en-US"/>
        </a:p>
      </dgm:t>
    </dgm:pt>
    <dgm:pt modelId="{B0E18882-BBC5-490B-9356-1F25D4CEE1EB}">
      <dgm:prSet/>
      <dgm:spPr/>
      <dgm:t>
        <a:bodyPr/>
        <a:lstStyle/>
        <a:p>
          <a:r>
            <a:rPr lang="en-US"/>
            <a:t>No centralized café management</a:t>
          </a:r>
        </a:p>
      </dgm:t>
    </dgm:pt>
    <dgm:pt modelId="{AA838F96-D692-4086-BC18-E109043F464A}" type="parTrans" cxnId="{68390D16-85CF-4386-8EAB-F7B35F561A3B}">
      <dgm:prSet/>
      <dgm:spPr/>
      <dgm:t>
        <a:bodyPr/>
        <a:lstStyle/>
        <a:p>
          <a:endParaRPr lang="en-US"/>
        </a:p>
      </dgm:t>
    </dgm:pt>
    <dgm:pt modelId="{6A0C6114-4A0A-4AF1-B316-BF3B65582AD5}" type="sibTrans" cxnId="{68390D16-85CF-4386-8EAB-F7B35F561A3B}">
      <dgm:prSet/>
      <dgm:spPr/>
      <dgm:t>
        <a:bodyPr/>
        <a:lstStyle/>
        <a:p>
          <a:endParaRPr lang="en-US"/>
        </a:p>
      </dgm:t>
    </dgm:pt>
    <dgm:pt modelId="{71F07FCF-CB97-4C7C-AA28-509611E2C183}">
      <dgm:prSet/>
      <dgm:spPr/>
      <dgm:t>
        <a:bodyPr/>
        <a:lstStyle/>
        <a:p>
          <a:r>
            <a:rPr lang="en-US"/>
            <a:t>Lack of real-time order confirmation</a:t>
          </a:r>
        </a:p>
      </dgm:t>
    </dgm:pt>
    <dgm:pt modelId="{E8B36EB4-FB03-4988-A3E5-449D24546F9A}" type="parTrans" cxnId="{F4211595-C2CA-40A0-BDA8-48795FC463F9}">
      <dgm:prSet/>
      <dgm:spPr/>
      <dgm:t>
        <a:bodyPr/>
        <a:lstStyle/>
        <a:p>
          <a:endParaRPr lang="en-US"/>
        </a:p>
      </dgm:t>
    </dgm:pt>
    <dgm:pt modelId="{EAF7267E-A135-44CF-9BDE-A84F8AE9E101}" type="sibTrans" cxnId="{F4211595-C2CA-40A0-BDA8-48795FC463F9}">
      <dgm:prSet/>
      <dgm:spPr/>
      <dgm:t>
        <a:bodyPr/>
        <a:lstStyle/>
        <a:p>
          <a:endParaRPr lang="en-US"/>
        </a:p>
      </dgm:t>
    </dgm:pt>
    <dgm:pt modelId="{5B504966-65B4-48F2-98FC-36973F203F37}" type="pres">
      <dgm:prSet presAssocID="{099AE486-645B-49BB-B467-5086930095A8}" presName="diagram" presStyleCnt="0">
        <dgm:presLayoutVars>
          <dgm:dir/>
          <dgm:resizeHandles val="exact"/>
        </dgm:presLayoutVars>
      </dgm:prSet>
      <dgm:spPr/>
    </dgm:pt>
    <dgm:pt modelId="{B72F4E0E-4775-438C-BE72-EFD9D67316A8}" type="pres">
      <dgm:prSet presAssocID="{8A690DC1-09E3-435C-8AEC-590B25C5636C}" presName="node" presStyleLbl="node1" presStyleIdx="0" presStyleCnt="4">
        <dgm:presLayoutVars>
          <dgm:bulletEnabled val="1"/>
        </dgm:presLayoutVars>
      </dgm:prSet>
      <dgm:spPr/>
    </dgm:pt>
    <dgm:pt modelId="{26B2F7BD-3467-45FF-A65D-89079CBBDE2D}" type="pres">
      <dgm:prSet presAssocID="{5343F213-3806-4A4C-B6D4-15A2CC298041}" presName="sibTrans" presStyleCnt="0"/>
      <dgm:spPr/>
    </dgm:pt>
    <dgm:pt modelId="{7D4F7C33-4DF7-4C9F-A48D-69C454B2FBA0}" type="pres">
      <dgm:prSet presAssocID="{1517CCF0-6BDE-4D13-B399-1D75F8AF1EA8}" presName="node" presStyleLbl="node1" presStyleIdx="1" presStyleCnt="4">
        <dgm:presLayoutVars>
          <dgm:bulletEnabled val="1"/>
        </dgm:presLayoutVars>
      </dgm:prSet>
      <dgm:spPr/>
    </dgm:pt>
    <dgm:pt modelId="{3F1E2DB1-8528-4A4F-AB15-A32558325F78}" type="pres">
      <dgm:prSet presAssocID="{1D08A7DC-0A20-495F-9513-2D3525BF74B4}" presName="sibTrans" presStyleCnt="0"/>
      <dgm:spPr/>
    </dgm:pt>
    <dgm:pt modelId="{28D4089E-D626-410F-B4B3-69C455DAA80D}" type="pres">
      <dgm:prSet presAssocID="{B0E18882-BBC5-490B-9356-1F25D4CEE1EB}" presName="node" presStyleLbl="node1" presStyleIdx="2" presStyleCnt="4">
        <dgm:presLayoutVars>
          <dgm:bulletEnabled val="1"/>
        </dgm:presLayoutVars>
      </dgm:prSet>
      <dgm:spPr/>
    </dgm:pt>
    <dgm:pt modelId="{83093F7E-7CD1-4675-A663-BC622680A51E}" type="pres">
      <dgm:prSet presAssocID="{6A0C6114-4A0A-4AF1-B316-BF3B65582AD5}" presName="sibTrans" presStyleCnt="0"/>
      <dgm:spPr/>
    </dgm:pt>
    <dgm:pt modelId="{CA30CD59-E127-4E5E-993C-D1300B0C2482}" type="pres">
      <dgm:prSet presAssocID="{71F07FCF-CB97-4C7C-AA28-509611E2C183}" presName="node" presStyleLbl="node1" presStyleIdx="3" presStyleCnt="4">
        <dgm:presLayoutVars>
          <dgm:bulletEnabled val="1"/>
        </dgm:presLayoutVars>
      </dgm:prSet>
      <dgm:spPr/>
    </dgm:pt>
  </dgm:ptLst>
  <dgm:cxnLst>
    <dgm:cxn modelId="{68390D16-85CF-4386-8EAB-F7B35F561A3B}" srcId="{099AE486-645B-49BB-B467-5086930095A8}" destId="{B0E18882-BBC5-490B-9356-1F25D4CEE1EB}" srcOrd="2" destOrd="0" parTransId="{AA838F96-D692-4086-BC18-E109043F464A}" sibTransId="{6A0C6114-4A0A-4AF1-B316-BF3B65582AD5}"/>
    <dgm:cxn modelId="{EF63D31A-28BD-4EFC-90DF-0D881151C3B2}" type="presOf" srcId="{099AE486-645B-49BB-B467-5086930095A8}" destId="{5B504966-65B4-48F2-98FC-36973F203F37}" srcOrd="0" destOrd="0" presId="urn:microsoft.com/office/officeart/2005/8/layout/default"/>
    <dgm:cxn modelId="{3E9CEE25-60E0-494E-855D-34E5EDA9757D}" srcId="{099AE486-645B-49BB-B467-5086930095A8}" destId="{1517CCF0-6BDE-4D13-B399-1D75F8AF1EA8}" srcOrd="1" destOrd="0" parTransId="{4614625E-16E0-4E0A-82CC-5E77C32A4854}" sibTransId="{1D08A7DC-0A20-495F-9513-2D3525BF74B4}"/>
    <dgm:cxn modelId="{E8DF496B-1595-41D5-A904-27842779F048}" type="presOf" srcId="{71F07FCF-CB97-4C7C-AA28-509611E2C183}" destId="{CA30CD59-E127-4E5E-993C-D1300B0C2482}" srcOrd="0" destOrd="0" presId="urn:microsoft.com/office/officeart/2005/8/layout/default"/>
    <dgm:cxn modelId="{F4211595-C2CA-40A0-BDA8-48795FC463F9}" srcId="{099AE486-645B-49BB-B467-5086930095A8}" destId="{71F07FCF-CB97-4C7C-AA28-509611E2C183}" srcOrd="3" destOrd="0" parTransId="{E8B36EB4-FB03-4988-A3E5-449D24546F9A}" sibTransId="{EAF7267E-A135-44CF-9BDE-A84F8AE9E101}"/>
    <dgm:cxn modelId="{3703EBA0-077B-4EC4-B832-31E6CF641495}" type="presOf" srcId="{8A690DC1-09E3-435C-8AEC-590B25C5636C}" destId="{B72F4E0E-4775-438C-BE72-EFD9D67316A8}" srcOrd="0" destOrd="0" presId="urn:microsoft.com/office/officeart/2005/8/layout/default"/>
    <dgm:cxn modelId="{DE0DD9B9-34BC-4BAD-AFF0-A7B15CF4B405}" type="presOf" srcId="{1517CCF0-6BDE-4D13-B399-1D75F8AF1EA8}" destId="{7D4F7C33-4DF7-4C9F-A48D-69C454B2FBA0}" srcOrd="0" destOrd="0" presId="urn:microsoft.com/office/officeart/2005/8/layout/default"/>
    <dgm:cxn modelId="{860772CC-EA2A-4F09-9761-47A88F7DD3A3}" type="presOf" srcId="{B0E18882-BBC5-490B-9356-1F25D4CEE1EB}" destId="{28D4089E-D626-410F-B4B3-69C455DAA80D}" srcOrd="0" destOrd="0" presId="urn:microsoft.com/office/officeart/2005/8/layout/default"/>
    <dgm:cxn modelId="{7B3CBFFD-E3D1-426D-9337-B25DF9C92731}" srcId="{099AE486-645B-49BB-B467-5086930095A8}" destId="{8A690DC1-09E3-435C-8AEC-590B25C5636C}" srcOrd="0" destOrd="0" parTransId="{33F686E7-D0E4-4864-9829-311D7D3831B6}" sibTransId="{5343F213-3806-4A4C-B6D4-15A2CC298041}"/>
    <dgm:cxn modelId="{1FB009E7-B0CD-487D-9D22-176F050DE78A}" type="presParOf" srcId="{5B504966-65B4-48F2-98FC-36973F203F37}" destId="{B72F4E0E-4775-438C-BE72-EFD9D67316A8}" srcOrd="0" destOrd="0" presId="urn:microsoft.com/office/officeart/2005/8/layout/default"/>
    <dgm:cxn modelId="{5830E25F-20A7-4817-9EBA-6613DF5EFDC1}" type="presParOf" srcId="{5B504966-65B4-48F2-98FC-36973F203F37}" destId="{26B2F7BD-3467-45FF-A65D-89079CBBDE2D}" srcOrd="1" destOrd="0" presId="urn:microsoft.com/office/officeart/2005/8/layout/default"/>
    <dgm:cxn modelId="{34131899-23CC-46EC-9002-8DE462A32042}" type="presParOf" srcId="{5B504966-65B4-48F2-98FC-36973F203F37}" destId="{7D4F7C33-4DF7-4C9F-A48D-69C454B2FBA0}" srcOrd="2" destOrd="0" presId="urn:microsoft.com/office/officeart/2005/8/layout/default"/>
    <dgm:cxn modelId="{B9A18DF7-E302-4210-A19B-5F0E63C7CACC}" type="presParOf" srcId="{5B504966-65B4-48F2-98FC-36973F203F37}" destId="{3F1E2DB1-8528-4A4F-AB15-A32558325F78}" srcOrd="3" destOrd="0" presId="urn:microsoft.com/office/officeart/2005/8/layout/default"/>
    <dgm:cxn modelId="{E67F5157-D88E-4643-905D-66D8A95D6842}" type="presParOf" srcId="{5B504966-65B4-48F2-98FC-36973F203F37}" destId="{28D4089E-D626-410F-B4B3-69C455DAA80D}" srcOrd="4" destOrd="0" presId="urn:microsoft.com/office/officeart/2005/8/layout/default"/>
    <dgm:cxn modelId="{2D8611B6-0156-4DD0-B17D-A2FC49FC6261}" type="presParOf" srcId="{5B504966-65B4-48F2-98FC-36973F203F37}" destId="{83093F7E-7CD1-4675-A663-BC622680A51E}" srcOrd="5" destOrd="0" presId="urn:microsoft.com/office/officeart/2005/8/layout/default"/>
    <dgm:cxn modelId="{A0DF19DA-D028-4787-8E98-2723B5805757}" type="presParOf" srcId="{5B504966-65B4-48F2-98FC-36973F203F37}" destId="{CA30CD59-E127-4E5E-993C-D1300B0C248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887404-789B-4AA4-9C21-3FC10A21011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D53D06B-2A1F-4A70-8A23-33E3DF6ABAFD}">
      <dgm:prSet/>
      <dgm:spPr/>
      <dgm:t>
        <a:bodyPr/>
        <a:lstStyle/>
        <a:p>
          <a:pPr>
            <a:defRPr cap="all"/>
          </a:pPr>
          <a:r>
            <a:rPr lang="en-US"/>
            <a:t>Centralized POS platform</a:t>
          </a:r>
        </a:p>
      </dgm:t>
    </dgm:pt>
    <dgm:pt modelId="{BBEEE5C2-387F-4DC3-9C87-920A069F8079}" type="parTrans" cxnId="{05DD2FE7-A795-42E9-9C98-641D88801476}">
      <dgm:prSet/>
      <dgm:spPr/>
      <dgm:t>
        <a:bodyPr/>
        <a:lstStyle/>
        <a:p>
          <a:endParaRPr lang="en-US"/>
        </a:p>
      </dgm:t>
    </dgm:pt>
    <dgm:pt modelId="{C20038BD-E388-4165-86E8-F20960CDD08A}" type="sibTrans" cxnId="{05DD2FE7-A795-42E9-9C98-641D88801476}">
      <dgm:prSet/>
      <dgm:spPr/>
      <dgm:t>
        <a:bodyPr/>
        <a:lstStyle/>
        <a:p>
          <a:endParaRPr lang="en-US"/>
        </a:p>
      </dgm:t>
    </dgm:pt>
    <dgm:pt modelId="{D02A97FF-E15B-4EB7-8A01-A9B916E8CA0C}">
      <dgm:prSet/>
      <dgm:spPr/>
      <dgm:t>
        <a:bodyPr/>
        <a:lstStyle/>
        <a:p>
          <a:pPr>
            <a:defRPr cap="all"/>
          </a:pPr>
          <a:r>
            <a:rPr lang="en-US"/>
            <a:t>Student mobile app for ordering</a:t>
          </a:r>
        </a:p>
      </dgm:t>
    </dgm:pt>
    <dgm:pt modelId="{A9E4967A-5D2D-4298-B949-9087874E12E3}" type="parTrans" cxnId="{0D3C7BF4-0691-4876-B033-B37BBB990D0B}">
      <dgm:prSet/>
      <dgm:spPr/>
      <dgm:t>
        <a:bodyPr/>
        <a:lstStyle/>
        <a:p>
          <a:endParaRPr lang="en-US"/>
        </a:p>
      </dgm:t>
    </dgm:pt>
    <dgm:pt modelId="{246DC4D0-A68E-4062-ABD7-5774E9F02D30}" type="sibTrans" cxnId="{0D3C7BF4-0691-4876-B033-B37BBB990D0B}">
      <dgm:prSet/>
      <dgm:spPr/>
      <dgm:t>
        <a:bodyPr/>
        <a:lstStyle/>
        <a:p>
          <a:endParaRPr lang="en-US"/>
        </a:p>
      </dgm:t>
    </dgm:pt>
    <dgm:pt modelId="{06B5F951-18B6-44DC-9BED-41E7B0A3658F}">
      <dgm:prSet/>
      <dgm:spPr/>
      <dgm:t>
        <a:bodyPr/>
        <a:lstStyle/>
        <a:p>
          <a:pPr>
            <a:defRPr cap="all"/>
          </a:pPr>
          <a:r>
            <a:rPr lang="en-US"/>
            <a:t>RFID-based order confirmation</a:t>
          </a:r>
        </a:p>
      </dgm:t>
    </dgm:pt>
    <dgm:pt modelId="{4C2CDC60-C93B-46BE-BC05-642C4B888C31}" type="parTrans" cxnId="{A93F1922-EE34-40F1-9BDE-AFF39A7CAD25}">
      <dgm:prSet/>
      <dgm:spPr/>
      <dgm:t>
        <a:bodyPr/>
        <a:lstStyle/>
        <a:p>
          <a:endParaRPr lang="en-US"/>
        </a:p>
      </dgm:t>
    </dgm:pt>
    <dgm:pt modelId="{6DB330AE-E45E-493F-B109-DC8982ECFB75}" type="sibTrans" cxnId="{A93F1922-EE34-40F1-9BDE-AFF39A7CAD25}">
      <dgm:prSet/>
      <dgm:spPr/>
      <dgm:t>
        <a:bodyPr/>
        <a:lstStyle/>
        <a:p>
          <a:endParaRPr lang="en-US"/>
        </a:p>
      </dgm:t>
    </dgm:pt>
    <dgm:pt modelId="{1EA680DC-2132-4CDE-A250-BD8354234DED}">
      <dgm:prSet/>
      <dgm:spPr/>
      <dgm:t>
        <a:bodyPr/>
        <a:lstStyle/>
        <a:p>
          <a:pPr>
            <a:defRPr cap="all"/>
          </a:pPr>
          <a:r>
            <a:rPr lang="en-US"/>
            <a:t>Secure wallet-based payments</a:t>
          </a:r>
        </a:p>
      </dgm:t>
    </dgm:pt>
    <dgm:pt modelId="{604951C5-539B-4C4A-B1AD-66F987009553}" type="parTrans" cxnId="{2B8CBFE2-FDFF-4C7B-A6A5-7FA2983EB4C4}">
      <dgm:prSet/>
      <dgm:spPr/>
      <dgm:t>
        <a:bodyPr/>
        <a:lstStyle/>
        <a:p>
          <a:endParaRPr lang="en-US"/>
        </a:p>
      </dgm:t>
    </dgm:pt>
    <dgm:pt modelId="{8B93B6B5-6CFD-467A-A7D4-770AEC59E849}" type="sibTrans" cxnId="{2B8CBFE2-FDFF-4C7B-A6A5-7FA2983EB4C4}">
      <dgm:prSet/>
      <dgm:spPr/>
      <dgm:t>
        <a:bodyPr/>
        <a:lstStyle/>
        <a:p>
          <a:endParaRPr lang="en-US"/>
        </a:p>
      </dgm:t>
    </dgm:pt>
    <dgm:pt modelId="{E93F80FC-F5A0-4C46-921A-87CE6FBDEFE8}" type="pres">
      <dgm:prSet presAssocID="{F2887404-789B-4AA4-9C21-3FC10A210114}" presName="root" presStyleCnt="0">
        <dgm:presLayoutVars>
          <dgm:dir/>
          <dgm:resizeHandles val="exact"/>
        </dgm:presLayoutVars>
      </dgm:prSet>
      <dgm:spPr/>
    </dgm:pt>
    <dgm:pt modelId="{B5B060AD-2F87-4E50-BECD-F1A5BC036CBE}" type="pres">
      <dgm:prSet presAssocID="{0D53D06B-2A1F-4A70-8A23-33E3DF6ABAFD}" presName="compNode" presStyleCnt="0"/>
      <dgm:spPr/>
    </dgm:pt>
    <dgm:pt modelId="{C1EC0BE4-C793-4D47-8644-8B03BF88771A}" type="pres">
      <dgm:prSet presAssocID="{0D53D06B-2A1F-4A70-8A23-33E3DF6ABAFD}" presName="iconBgRect" presStyleLbl="bgShp" presStyleIdx="0" presStyleCnt="4"/>
      <dgm:spPr/>
    </dgm:pt>
    <dgm:pt modelId="{5F4A0ACE-C64D-4C20-955A-96C9243D3403}" type="pres">
      <dgm:prSet presAssocID="{0D53D06B-2A1F-4A70-8A23-33E3DF6ABAF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F1876ED-2ED0-4C86-B26F-66265F005685}" type="pres">
      <dgm:prSet presAssocID="{0D53D06B-2A1F-4A70-8A23-33E3DF6ABAFD}" presName="spaceRect" presStyleCnt="0"/>
      <dgm:spPr/>
    </dgm:pt>
    <dgm:pt modelId="{CFC95742-82F8-4C82-98F4-B97E2AE1E826}" type="pres">
      <dgm:prSet presAssocID="{0D53D06B-2A1F-4A70-8A23-33E3DF6ABAFD}" presName="textRect" presStyleLbl="revTx" presStyleIdx="0" presStyleCnt="4">
        <dgm:presLayoutVars>
          <dgm:chMax val="1"/>
          <dgm:chPref val="1"/>
        </dgm:presLayoutVars>
      </dgm:prSet>
      <dgm:spPr/>
    </dgm:pt>
    <dgm:pt modelId="{F9D2E7E7-894B-44A9-B6F3-5721C77BFE29}" type="pres">
      <dgm:prSet presAssocID="{C20038BD-E388-4165-86E8-F20960CDD08A}" presName="sibTrans" presStyleCnt="0"/>
      <dgm:spPr/>
    </dgm:pt>
    <dgm:pt modelId="{216C6B2B-FF26-4EF5-97E4-C55B513497FA}" type="pres">
      <dgm:prSet presAssocID="{D02A97FF-E15B-4EB7-8A01-A9B916E8CA0C}" presName="compNode" presStyleCnt="0"/>
      <dgm:spPr/>
    </dgm:pt>
    <dgm:pt modelId="{38E64817-8928-470D-B6AC-8DC796A0FA5C}" type="pres">
      <dgm:prSet presAssocID="{D02A97FF-E15B-4EB7-8A01-A9B916E8CA0C}" presName="iconBgRect" presStyleLbl="bgShp" presStyleIdx="1" presStyleCnt="4"/>
      <dgm:spPr/>
    </dgm:pt>
    <dgm:pt modelId="{CAE81A58-8148-4D81-8609-9C9D56A21B18}" type="pres">
      <dgm:prSet presAssocID="{D02A97FF-E15B-4EB7-8A01-A9B916E8CA0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t"/>
        </a:ext>
      </dgm:extLst>
    </dgm:pt>
    <dgm:pt modelId="{E8654ABB-2B57-48E4-A93B-A71F3CA5C8BF}" type="pres">
      <dgm:prSet presAssocID="{D02A97FF-E15B-4EB7-8A01-A9B916E8CA0C}" presName="spaceRect" presStyleCnt="0"/>
      <dgm:spPr/>
    </dgm:pt>
    <dgm:pt modelId="{EB037BD9-A3D8-415F-BD55-1208C8C5D563}" type="pres">
      <dgm:prSet presAssocID="{D02A97FF-E15B-4EB7-8A01-A9B916E8CA0C}" presName="textRect" presStyleLbl="revTx" presStyleIdx="1" presStyleCnt="4">
        <dgm:presLayoutVars>
          <dgm:chMax val="1"/>
          <dgm:chPref val="1"/>
        </dgm:presLayoutVars>
      </dgm:prSet>
      <dgm:spPr/>
    </dgm:pt>
    <dgm:pt modelId="{406A5B47-F984-4272-BBBC-3A7E5D0F67BD}" type="pres">
      <dgm:prSet presAssocID="{246DC4D0-A68E-4062-ABD7-5774E9F02D30}" presName="sibTrans" presStyleCnt="0"/>
      <dgm:spPr/>
    </dgm:pt>
    <dgm:pt modelId="{6BE6B6A0-8553-4449-BC31-E0EE716DA4C2}" type="pres">
      <dgm:prSet presAssocID="{06B5F951-18B6-44DC-9BED-41E7B0A3658F}" presName="compNode" presStyleCnt="0"/>
      <dgm:spPr/>
    </dgm:pt>
    <dgm:pt modelId="{55F1035B-B3AD-479D-AFFE-D6BF5AC3A649}" type="pres">
      <dgm:prSet presAssocID="{06B5F951-18B6-44DC-9BED-41E7B0A3658F}" presName="iconBgRect" presStyleLbl="bgShp" presStyleIdx="2" presStyleCnt="4"/>
      <dgm:spPr/>
    </dgm:pt>
    <dgm:pt modelId="{2547AFCD-F214-4983-A69A-CD9F68A0C0EB}" type="pres">
      <dgm:prSet presAssocID="{06B5F951-18B6-44DC-9BED-41E7B0A3658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3977235B-5C55-4D91-87B6-E737F8592306}" type="pres">
      <dgm:prSet presAssocID="{06B5F951-18B6-44DC-9BED-41E7B0A3658F}" presName="spaceRect" presStyleCnt="0"/>
      <dgm:spPr/>
    </dgm:pt>
    <dgm:pt modelId="{307B18A2-8732-487B-A14A-55250BAAEBC0}" type="pres">
      <dgm:prSet presAssocID="{06B5F951-18B6-44DC-9BED-41E7B0A3658F}" presName="textRect" presStyleLbl="revTx" presStyleIdx="2" presStyleCnt="4">
        <dgm:presLayoutVars>
          <dgm:chMax val="1"/>
          <dgm:chPref val="1"/>
        </dgm:presLayoutVars>
      </dgm:prSet>
      <dgm:spPr/>
    </dgm:pt>
    <dgm:pt modelId="{086F0218-3A53-44F0-937B-5916EBF53D6C}" type="pres">
      <dgm:prSet presAssocID="{6DB330AE-E45E-493F-B109-DC8982ECFB75}" presName="sibTrans" presStyleCnt="0"/>
      <dgm:spPr/>
    </dgm:pt>
    <dgm:pt modelId="{9109CEF4-86DD-4CC4-98DD-FCEF918DE61A}" type="pres">
      <dgm:prSet presAssocID="{1EA680DC-2132-4CDE-A250-BD8354234DED}" presName="compNode" presStyleCnt="0"/>
      <dgm:spPr/>
    </dgm:pt>
    <dgm:pt modelId="{C646E83B-CB25-42D7-8EB4-8778F8AA93C6}" type="pres">
      <dgm:prSet presAssocID="{1EA680DC-2132-4CDE-A250-BD8354234DED}" presName="iconBgRect" presStyleLbl="bgShp" presStyleIdx="3" presStyleCnt="4"/>
      <dgm:spPr/>
    </dgm:pt>
    <dgm:pt modelId="{4213B9BA-6C03-4BAB-8BEB-8115FC0BC502}" type="pres">
      <dgm:prSet presAssocID="{1EA680DC-2132-4CDE-A250-BD8354234DE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319D29D9-2845-45DE-8CE0-5059A918F6CA}" type="pres">
      <dgm:prSet presAssocID="{1EA680DC-2132-4CDE-A250-BD8354234DED}" presName="spaceRect" presStyleCnt="0"/>
      <dgm:spPr/>
    </dgm:pt>
    <dgm:pt modelId="{C171B55D-C3F6-4D4B-8655-9D1FE12BA3E1}" type="pres">
      <dgm:prSet presAssocID="{1EA680DC-2132-4CDE-A250-BD8354234DE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3F1922-EE34-40F1-9BDE-AFF39A7CAD25}" srcId="{F2887404-789B-4AA4-9C21-3FC10A210114}" destId="{06B5F951-18B6-44DC-9BED-41E7B0A3658F}" srcOrd="2" destOrd="0" parTransId="{4C2CDC60-C93B-46BE-BC05-642C4B888C31}" sibTransId="{6DB330AE-E45E-493F-B109-DC8982ECFB75}"/>
    <dgm:cxn modelId="{09358B3B-D4F0-4DC8-8D94-B50C9DEB9B4B}" type="presOf" srcId="{F2887404-789B-4AA4-9C21-3FC10A210114}" destId="{E93F80FC-F5A0-4C46-921A-87CE6FBDEFE8}" srcOrd="0" destOrd="0" presId="urn:microsoft.com/office/officeart/2018/5/layout/IconCircleLabelList"/>
    <dgm:cxn modelId="{FBA10865-FB41-48CB-AB32-77F9C739B92D}" type="presOf" srcId="{1EA680DC-2132-4CDE-A250-BD8354234DED}" destId="{C171B55D-C3F6-4D4B-8655-9D1FE12BA3E1}" srcOrd="0" destOrd="0" presId="urn:microsoft.com/office/officeart/2018/5/layout/IconCircleLabelList"/>
    <dgm:cxn modelId="{09515854-B9F5-4637-9D9E-D9CCB20631BC}" type="presOf" srcId="{0D53D06B-2A1F-4A70-8A23-33E3DF6ABAFD}" destId="{CFC95742-82F8-4C82-98F4-B97E2AE1E826}" srcOrd="0" destOrd="0" presId="urn:microsoft.com/office/officeart/2018/5/layout/IconCircleLabelList"/>
    <dgm:cxn modelId="{BDF2CEDB-9070-431D-9F3A-6AC323BAF5D1}" type="presOf" srcId="{06B5F951-18B6-44DC-9BED-41E7B0A3658F}" destId="{307B18A2-8732-487B-A14A-55250BAAEBC0}" srcOrd="0" destOrd="0" presId="urn:microsoft.com/office/officeart/2018/5/layout/IconCircleLabelList"/>
    <dgm:cxn modelId="{2B8CBFE2-FDFF-4C7B-A6A5-7FA2983EB4C4}" srcId="{F2887404-789B-4AA4-9C21-3FC10A210114}" destId="{1EA680DC-2132-4CDE-A250-BD8354234DED}" srcOrd="3" destOrd="0" parTransId="{604951C5-539B-4C4A-B1AD-66F987009553}" sibTransId="{8B93B6B5-6CFD-467A-A7D4-770AEC59E849}"/>
    <dgm:cxn modelId="{05DD2FE7-A795-42E9-9C98-641D88801476}" srcId="{F2887404-789B-4AA4-9C21-3FC10A210114}" destId="{0D53D06B-2A1F-4A70-8A23-33E3DF6ABAFD}" srcOrd="0" destOrd="0" parTransId="{BBEEE5C2-387F-4DC3-9C87-920A069F8079}" sibTransId="{C20038BD-E388-4165-86E8-F20960CDD08A}"/>
    <dgm:cxn modelId="{0D3C7BF4-0691-4876-B033-B37BBB990D0B}" srcId="{F2887404-789B-4AA4-9C21-3FC10A210114}" destId="{D02A97FF-E15B-4EB7-8A01-A9B916E8CA0C}" srcOrd="1" destOrd="0" parTransId="{A9E4967A-5D2D-4298-B949-9087874E12E3}" sibTransId="{246DC4D0-A68E-4062-ABD7-5774E9F02D30}"/>
    <dgm:cxn modelId="{4F72BBFF-5166-49E1-AD09-FA7B7C869D2D}" type="presOf" srcId="{D02A97FF-E15B-4EB7-8A01-A9B916E8CA0C}" destId="{EB037BD9-A3D8-415F-BD55-1208C8C5D563}" srcOrd="0" destOrd="0" presId="urn:microsoft.com/office/officeart/2018/5/layout/IconCircleLabelList"/>
    <dgm:cxn modelId="{321C1D23-4051-4D31-A4D3-B6781C5E475C}" type="presParOf" srcId="{E93F80FC-F5A0-4C46-921A-87CE6FBDEFE8}" destId="{B5B060AD-2F87-4E50-BECD-F1A5BC036CBE}" srcOrd="0" destOrd="0" presId="urn:microsoft.com/office/officeart/2018/5/layout/IconCircleLabelList"/>
    <dgm:cxn modelId="{4912686D-E688-4311-8CC0-D07E7ACD9ACB}" type="presParOf" srcId="{B5B060AD-2F87-4E50-BECD-F1A5BC036CBE}" destId="{C1EC0BE4-C793-4D47-8644-8B03BF88771A}" srcOrd="0" destOrd="0" presId="urn:microsoft.com/office/officeart/2018/5/layout/IconCircleLabelList"/>
    <dgm:cxn modelId="{097EAA4B-7EC2-4DF0-8506-F273546FB041}" type="presParOf" srcId="{B5B060AD-2F87-4E50-BECD-F1A5BC036CBE}" destId="{5F4A0ACE-C64D-4C20-955A-96C9243D3403}" srcOrd="1" destOrd="0" presId="urn:microsoft.com/office/officeart/2018/5/layout/IconCircleLabelList"/>
    <dgm:cxn modelId="{EB2142AB-DB53-4760-A661-22F394CA8524}" type="presParOf" srcId="{B5B060AD-2F87-4E50-BECD-F1A5BC036CBE}" destId="{4F1876ED-2ED0-4C86-B26F-66265F005685}" srcOrd="2" destOrd="0" presId="urn:microsoft.com/office/officeart/2018/5/layout/IconCircleLabelList"/>
    <dgm:cxn modelId="{6F6E9ABC-F9FA-4429-99DA-FDCF8795264A}" type="presParOf" srcId="{B5B060AD-2F87-4E50-BECD-F1A5BC036CBE}" destId="{CFC95742-82F8-4C82-98F4-B97E2AE1E826}" srcOrd="3" destOrd="0" presId="urn:microsoft.com/office/officeart/2018/5/layout/IconCircleLabelList"/>
    <dgm:cxn modelId="{53D3D530-23C2-4216-B1EB-9D4C22C7DC80}" type="presParOf" srcId="{E93F80FC-F5A0-4C46-921A-87CE6FBDEFE8}" destId="{F9D2E7E7-894B-44A9-B6F3-5721C77BFE29}" srcOrd="1" destOrd="0" presId="urn:microsoft.com/office/officeart/2018/5/layout/IconCircleLabelList"/>
    <dgm:cxn modelId="{03F0011C-3683-4503-91CD-C7638137DB73}" type="presParOf" srcId="{E93F80FC-F5A0-4C46-921A-87CE6FBDEFE8}" destId="{216C6B2B-FF26-4EF5-97E4-C55B513497FA}" srcOrd="2" destOrd="0" presId="urn:microsoft.com/office/officeart/2018/5/layout/IconCircleLabelList"/>
    <dgm:cxn modelId="{F0D64656-1FFF-486E-90A3-04F45B39062C}" type="presParOf" srcId="{216C6B2B-FF26-4EF5-97E4-C55B513497FA}" destId="{38E64817-8928-470D-B6AC-8DC796A0FA5C}" srcOrd="0" destOrd="0" presId="urn:microsoft.com/office/officeart/2018/5/layout/IconCircleLabelList"/>
    <dgm:cxn modelId="{DE1E6301-CDAA-4965-B32C-E0020DF44A51}" type="presParOf" srcId="{216C6B2B-FF26-4EF5-97E4-C55B513497FA}" destId="{CAE81A58-8148-4D81-8609-9C9D56A21B18}" srcOrd="1" destOrd="0" presId="urn:microsoft.com/office/officeart/2018/5/layout/IconCircleLabelList"/>
    <dgm:cxn modelId="{31FE3D7B-5ED7-4D10-9097-08D645269EFC}" type="presParOf" srcId="{216C6B2B-FF26-4EF5-97E4-C55B513497FA}" destId="{E8654ABB-2B57-48E4-A93B-A71F3CA5C8BF}" srcOrd="2" destOrd="0" presId="urn:microsoft.com/office/officeart/2018/5/layout/IconCircleLabelList"/>
    <dgm:cxn modelId="{14A46233-DCBB-435E-B8B4-2045AC8F1836}" type="presParOf" srcId="{216C6B2B-FF26-4EF5-97E4-C55B513497FA}" destId="{EB037BD9-A3D8-415F-BD55-1208C8C5D563}" srcOrd="3" destOrd="0" presId="urn:microsoft.com/office/officeart/2018/5/layout/IconCircleLabelList"/>
    <dgm:cxn modelId="{7D2F02A4-F63A-435F-B70A-D18DC6B98AD5}" type="presParOf" srcId="{E93F80FC-F5A0-4C46-921A-87CE6FBDEFE8}" destId="{406A5B47-F984-4272-BBBC-3A7E5D0F67BD}" srcOrd="3" destOrd="0" presId="urn:microsoft.com/office/officeart/2018/5/layout/IconCircleLabelList"/>
    <dgm:cxn modelId="{4A16AED6-930D-4416-9F66-9BDBF200CCE5}" type="presParOf" srcId="{E93F80FC-F5A0-4C46-921A-87CE6FBDEFE8}" destId="{6BE6B6A0-8553-4449-BC31-E0EE716DA4C2}" srcOrd="4" destOrd="0" presId="urn:microsoft.com/office/officeart/2018/5/layout/IconCircleLabelList"/>
    <dgm:cxn modelId="{79B9E7AF-60E5-45BC-BD4A-5B2AABBF364E}" type="presParOf" srcId="{6BE6B6A0-8553-4449-BC31-E0EE716DA4C2}" destId="{55F1035B-B3AD-479D-AFFE-D6BF5AC3A649}" srcOrd="0" destOrd="0" presId="urn:microsoft.com/office/officeart/2018/5/layout/IconCircleLabelList"/>
    <dgm:cxn modelId="{33313CD3-AFFB-462F-A419-32E42161A570}" type="presParOf" srcId="{6BE6B6A0-8553-4449-BC31-E0EE716DA4C2}" destId="{2547AFCD-F214-4983-A69A-CD9F68A0C0EB}" srcOrd="1" destOrd="0" presId="urn:microsoft.com/office/officeart/2018/5/layout/IconCircleLabelList"/>
    <dgm:cxn modelId="{3E620C6E-475D-4D18-B7DD-605F40FCEC7A}" type="presParOf" srcId="{6BE6B6A0-8553-4449-BC31-E0EE716DA4C2}" destId="{3977235B-5C55-4D91-87B6-E737F8592306}" srcOrd="2" destOrd="0" presId="urn:microsoft.com/office/officeart/2018/5/layout/IconCircleLabelList"/>
    <dgm:cxn modelId="{0BF886BE-4CC8-4FFC-B612-B504E5B28517}" type="presParOf" srcId="{6BE6B6A0-8553-4449-BC31-E0EE716DA4C2}" destId="{307B18A2-8732-487B-A14A-55250BAAEBC0}" srcOrd="3" destOrd="0" presId="urn:microsoft.com/office/officeart/2018/5/layout/IconCircleLabelList"/>
    <dgm:cxn modelId="{9D1391E8-EA0B-4B8E-8822-B1FA04B887F4}" type="presParOf" srcId="{E93F80FC-F5A0-4C46-921A-87CE6FBDEFE8}" destId="{086F0218-3A53-44F0-937B-5916EBF53D6C}" srcOrd="5" destOrd="0" presId="urn:microsoft.com/office/officeart/2018/5/layout/IconCircleLabelList"/>
    <dgm:cxn modelId="{59F8572E-357F-4D7F-AA03-3CA2506E18E8}" type="presParOf" srcId="{E93F80FC-F5A0-4C46-921A-87CE6FBDEFE8}" destId="{9109CEF4-86DD-4CC4-98DD-FCEF918DE61A}" srcOrd="6" destOrd="0" presId="urn:microsoft.com/office/officeart/2018/5/layout/IconCircleLabelList"/>
    <dgm:cxn modelId="{5E63DEB6-A9E1-4D84-99F6-E1C857450873}" type="presParOf" srcId="{9109CEF4-86DD-4CC4-98DD-FCEF918DE61A}" destId="{C646E83B-CB25-42D7-8EB4-8778F8AA93C6}" srcOrd="0" destOrd="0" presId="urn:microsoft.com/office/officeart/2018/5/layout/IconCircleLabelList"/>
    <dgm:cxn modelId="{E7871C97-C3A7-4088-904A-C0E6300D0122}" type="presParOf" srcId="{9109CEF4-86DD-4CC4-98DD-FCEF918DE61A}" destId="{4213B9BA-6C03-4BAB-8BEB-8115FC0BC502}" srcOrd="1" destOrd="0" presId="urn:microsoft.com/office/officeart/2018/5/layout/IconCircleLabelList"/>
    <dgm:cxn modelId="{A2C1F27C-3EEB-463A-8791-865AFDC46295}" type="presParOf" srcId="{9109CEF4-86DD-4CC4-98DD-FCEF918DE61A}" destId="{319D29D9-2845-45DE-8CE0-5059A918F6CA}" srcOrd="2" destOrd="0" presId="urn:microsoft.com/office/officeart/2018/5/layout/IconCircleLabelList"/>
    <dgm:cxn modelId="{0FC66767-056B-4FA6-B03C-DBC59A45A954}" type="presParOf" srcId="{9109CEF4-86DD-4CC4-98DD-FCEF918DE61A}" destId="{C171B55D-C3F6-4D4B-8655-9D1FE12BA3E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02C601-229F-4797-AF7E-9A9D45AC16C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8ECF32C-4E42-418A-AEE5-52E7274E4887}">
      <dgm:prSet/>
      <dgm:spPr/>
      <dgm:t>
        <a:bodyPr/>
        <a:lstStyle/>
        <a:p>
          <a:pPr>
            <a:defRPr cap="all"/>
          </a:pPr>
          <a:r>
            <a:rPr lang="en-US"/>
            <a:t>Web portal for cafés</a:t>
          </a:r>
        </a:p>
      </dgm:t>
    </dgm:pt>
    <dgm:pt modelId="{5B76B512-3643-4B75-B6B6-24D10488AFE5}" type="parTrans" cxnId="{6030A387-3A59-44BA-8AC9-5DEF124E20D1}">
      <dgm:prSet/>
      <dgm:spPr/>
      <dgm:t>
        <a:bodyPr/>
        <a:lstStyle/>
        <a:p>
          <a:endParaRPr lang="en-US"/>
        </a:p>
      </dgm:t>
    </dgm:pt>
    <dgm:pt modelId="{5940E802-7D2D-478C-85FF-3E947406C2C4}" type="sibTrans" cxnId="{6030A387-3A59-44BA-8AC9-5DEF124E20D1}">
      <dgm:prSet/>
      <dgm:spPr/>
      <dgm:t>
        <a:bodyPr/>
        <a:lstStyle/>
        <a:p>
          <a:endParaRPr lang="en-US"/>
        </a:p>
      </dgm:t>
    </dgm:pt>
    <dgm:pt modelId="{49E1FFE6-E36A-4A43-97E5-675393BB35EE}">
      <dgm:prSet/>
      <dgm:spPr/>
      <dgm:t>
        <a:bodyPr/>
        <a:lstStyle/>
        <a:p>
          <a:pPr>
            <a:defRPr cap="all"/>
          </a:pPr>
          <a:r>
            <a:rPr lang="en-US"/>
            <a:t>Mobile app for students</a:t>
          </a:r>
        </a:p>
      </dgm:t>
    </dgm:pt>
    <dgm:pt modelId="{E85F3C79-5D96-44E8-8A46-506DE6982803}" type="parTrans" cxnId="{22F2967A-4567-4815-9C02-31518F7D1101}">
      <dgm:prSet/>
      <dgm:spPr/>
      <dgm:t>
        <a:bodyPr/>
        <a:lstStyle/>
        <a:p>
          <a:endParaRPr lang="en-US"/>
        </a:p>
      </dgm:t>
    </dgm:pt>
    <dgm:pt modelId="{943C7FBB-690A-446D-AA8C-A141B922B989}" type="sibTrans" cxnId="{22F2967A-4567-4815-9C02-31518F7D1101}">
      <dgm:prSet/>
      <dgm:spPr/>
      <dgm:t>
        <a:bodyPr/>
        <a:lstStyle/>
        <a:p>
          <a:endParaRPr lang="en-US"/>
        </a:p>
      </dgm:t>
    </dgm:pt>
    <dgm:pt modelId="{9541ACC7-F657-41EF-BDFE-8599DB068546}">
      <dgm:prSet/>
      <dgm:spPr/>
      <dgm:t>
        <a:bodyPr/>
        <a:lstStyle/>
        <a:p>
          <a:pPr>
            <a:defRPr cap="all"/>
          </a:pPr>
          <a:r>
            <a:rPr lang="en-US"/>
            <a:t>RFID POS device</a:t>
          </a:r>
        </a:p>
      </dgm:t>
    </dgm:pt>
    <dgm:pt modelId="{8D9600F4-F1E9-417A-91F0-140E24FF940C}" type="parTrans" cxnId="{38E38AC9-6482-4B06-BB8A-72A824E1CACA}">
      <dgm:prSet/>
      <dgm:spPr/>
      <dgm:t>
        <a:bodyPr/>
        <a:lstStyle/>
        <a:p>
          <a:endParaRPr lang="en-US"/>
        </a:p>
      </dgm:t>
    </dgm:pt>
    <dgm:pt modelId="{73FFB79A-ECE0-4E8A-B75B-FF28E92F5BDA}" type="sibTrans" cxnId="{38E38AC9-6482-4B06-BB8A-72A824E1CACA}">
      <dgm:prSet/>
      <dgm:spPr/>
      <dgm:t>
        <a:bodyPr/>
        <a:lstStyle/>
        <a:p>
          <a:endParaRPr lang="en-US"/>
        </a:p>
      </dgm:t>
    </dgm:pt>
    <dgm:pt modelId="{B39AFD7C-374F-4F5C-88A1-744AAA3742B3}">
      <dgm:prSet/>
      <dgm:spPr/>
      <dgm:t>
        <a:bodyPr/>
        <a:lstStyle/>
        <a:p>
          <a:pPr>
            <a:defRPr cap="all"/>
          </a:pPr>
          <a:r>
            <a:rPr lang="en-US"/>
            <a:t>AWS-hosted backend services</a:t>
          </a:r>
        </a:p>
      </dgm:t>
    </dgm:pt>
    <dgm:pt modelId="{DCB933CF-1499-445A-88A3-AFE422B4D1BE}" type="parTrans" cxnId="{6EE19A8A-6FCC-4298-98D0-F5A3BB985AF6}">
      <dgm:prSet/>
      <dgm:spPr/>
      <dgm:t>
        <a:bodyPr/>
        <a:lstStyle/>
        <a:p>
          <a:endParaRPr lang="en-US"/>
        </a:p>
      </dgm:t>
    </dgm:pt>
    <dgm:pt modelId="{40FA2FDF-1CAF-443C-A179-E922B2A47137}" type="sibTrans" cxnId="{6EE19A8A-6FCC-4298-98D0-F5A3BB985AF6}">
      <dgm:prSet/>
      <dgm:spPr/>
      <dgm:t>
        <a:bodyPr/>
        <a:lstStyle/>
        <a:p>
          <a:endParaRPr lang="en-US"/>
        </a:p>
      </dgm:t>
    </dgm:pt>
    <dgm:pt modelId="{76E37B71-488F-47CA-A0D3-253DBB042043}" type="pres">
      <dgm:prSet presAssocID="{6702C601-229F-4797-AF7E-9A9D45AC16C0}" presName="root" presStyleCnt="0">
        <dgm:presLayoutVars>
          <dgm:dir/>
          <dgm:resizeHandles val="exact"/>
        </dgm:presLayoutVars>
      </dgm:prSet>
      <dgm:spPr/>
    </dgm:pt>
    <dgm:pt modelId="{3CE8C52D-E34D-427B-BD1F-17045F48FE74}" type="pres">
      <dgm:prSet presAssocID="{D8ECF32C-4E42-418A-AEE5-52E7274E4887}" presName="compNode" presStyleCnt="0"/>
      <dgm:spPr/>
    </dgm:pt>
    <dgm:pt modelId="{49970A61-4F00-4C66-A8B5-E54F30E8E482}" type="pres">
      <dgm:prSet presAssocID="{D8ECF32C-4E42-418A-AEE5-52E7274E4887}" presName="iconBgRect" presStyleLbl="bgShp" presStyleIdx="0" presStyleCnt="4"/>
      <dgm:spPr/>
    </dgm:pt>
    <dgm:pt modelId="{7D1B3B6E-092E-4213-BB68-0D3C25B98858}" type="pres">
      <dgm:prSet presAssocID="{D8ECF32C-4E42-418A-AEE5-52E7274E48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89D49560-5398-4B84-9109-2D889B1998D0}" type="pres">
      <dgm:prSet presAssocID="{D8ECF32C-4E42-418A-AEE5-52E7274E4887}" presName="spaceRect" presStyleCnt="0"/>
      <dgm:spPr/>
    </dgm:pt>
    <dgm:pt modelId="{DC5E9FA1-E5F1-4B0E-BA56-FA54AE7AB811}" type="pres">
      <dgm:prSet presAssocID="{D8ECF32C-4E42-418A-AEE5-52E7274E4887}" presName="textRect" presStyleLbl="revTx" presStyleIdx="0" presStyleCnt="4">
        <dgm:presLayoutVars>
          <dgm:chMax val="1"/>
          <dgm:chPref val="1"/>
        </dgm:presLayoutVars>
      </dgm:prSet>
      <dgm:spPr/>
    </dgm:pt>
    <dgm:pt modelId="{164C370E-19B7-490C-9766-6DB0D92CC542}" type="pres">
      <dgm:prSet presAssocID="{5940E802-7D2D-478C-85FF-3E947406C2C4}" presName="sibTrans" presStyleCnt="0"/>
      <dgm:spPr/>
    </dgm:pt>
    <dgm:pt modelId="{A913C63B-DDC8-4DEA-8FBE-A687C59A5CBD}" type="pres">
      <dgm:prSet presAssocID="{49E1FFE6-E36A-4A43-97E5-675393BB35EE}" presName="compNode" presStyleCnt="0"/>
      <dgm:spPr/>
    </dgm:pt>
    <dgm:pt modelId="{667C2C75-9137-49B3-BEFF-B2F598689662}" type="pres">
      <dgm:prSet presAssocID="{49E1FFE6-E36A-4A43-97E5-675393BB35EE}" presName="iconBgRect" presStyleLbl="bgShp" presStyleIdx="1" presStyleCnt="4"/>
      <dgm:spPr/>
    </dgm:pt>
    <dgm:pt modelId="{DB2AC350-20B1-4444-8596-8C7FCD707888}" type="pres">
      <dgm:prSet presAssocID="{49E1FFE6-E36A-4A43-97E5-675393BB35E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D7AC7B2-8CF0-44AE-97C4-533D77094A5D}" type="pres">
      <dgm:prSet presAssocID="{49E1FFE6-E36A-4A43-97E5-675393BB35EE}" presName="spaceRect" presStyleCnt="0"/>
      <dgm:spPr/>
    </dgm:pt>
    <dgm:pt modelId="{6413EDEC-C5C9-4B10-B9F3-59CC39949DCE}" type="pres">
      <dgm:prSet presAssocID="{49E1FFE6-E36A-4A43-97E5-675393BB35EE}" presName="textRect" presStyleLbl="revTx" presStyleIdx="1" presStyleCnt="4">
        <dgm:presLayoutVars>
          <dgm:chMax val="1"/>
          <dgm:chPref val="1"/>
        </dgm:presLayoutVars>
      </dgm:prSet>
      <dgm:spPr/>
    </dgm:pt>
    <dgm:pt modelId="{325A74C8-1EB9-4FD5-955B-FE4A03681D08}" type="pres">
      <dgm:prSet presAssocID="{943C7FBB-690A-446D-AA8C-A141B922B989}" presName="sibTrans" presStyleCnt="0"/>
      <dgm:spPr/>
    </dgm:pt>
    <dgm:pt modelId="{CE779FF6-57AC-4E46-9D84-60FBB6E939B2}" type="pres">
      <dgm:prSet presAssocID="{9541ACC7-F657-41EF-BDFE-8599DB068546}" presName="compNode" presStyleCnt="0"/>
      <dgm:spPr/>
    </dgm:pt>
    <dgm:pt modelId="{68F4ACEC-2087-4F54-9FFA-0C6B76C9B353}" type="pres">
      <dgm:prSet presAssocID="{9541ACC7-F657-41EF-BDFE-8599DB068546}" presName="iconBgRect" presStyleLbl="bgShp" presStyleIdx="2" presStyleCnt="4"/>
      <dgm:spPr/>
    </dgm:pt>
    <dgm:pt modelId="{A909ADD1-2702-4BFC-BD4B-995A75814B83}" type="pres">
      <dgm:prSet presAssocID="{9541ACC7-F657-41EF-BDFE-8599DB06854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D78BE232-2787-40A2-B100-A928A8C13BD2}" type="pres">
      <dgm:prSet presAssocID="{9541ACC7-F657-41EF-BDFE-8599DB068546}" presName="spaceRect" presStyleCnt="0"/>
      <dgm:spPr/>
    </dgm:pt>
    <dgm:pt modelId="{3F513AC6-23BB-461E-B1F0-0FDBE4875544}" type="pres">
      <dgm:prSet presAssocID="{9541ACC7-F657-41EF-BDFE-8599DB068546}" presName="textRect" presStyleLbl="revTx" presStyleIdx="2" presStyleCnt="4">
        <dgm:presLayoutVars>
          <dgm:chMax val="1"/>
          <dgm:chPref val="1"/>
        </dgm:presLayoutVars>
      </dgm:prSet>
      <dgm:spPr/>
    </dgm:pt>
    <dgm:pt modelId="{17AC6CDD-6DDE-456F-A4FA-ABDAE3403EF5}" type="pres">
      <dgm:prSet presAssocID="{73FFB79A-ECE0-4E8A-B75B-FF28E92F5BDA}" presName="sibTrans" presStyleCnt="0"/>
      <dgm:spPr/>
    </dgm:pt>
    <dgm:pt modelId="{9F60E417-4D99-4A93-A4AD-AE2FF8905854}" type="pres">
      <dgm:prSet presAssocID="{B39AFD7C-374F-4F5C-88A1-744AAA3742B3}" presName="compNode" presStyleCnt="0"/>
      <dgm:spPr/>
    </dgm:pt>
    <dgm:pt modelId="{438E2E0F-52B5-44E5-9B21-F2C51C1BEC95}" type="pres">
      <dgm:prSet presAssocID="{B39AFD7C-374F-4F5C-88A1-744AAA3742B3}" presName="iconBgRect" presStyleLbl="bgShp" presStyleIdx="3" presStyleCnt="4"/>
      <dgm:spPr/>
    </dgm:pt>
    <dgm:pt modelId="{FDD9554F-5889-4471-92D2-5237349F97A4}" type="pres">
      <dgm:prSet presAssocID="{B39AFD7C-374F-4F5C-88A1-744AAA3742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A67D80E-D160-45D5-B5C3-8D6E965440E4}" type="pres">
      <dgm:prSet presAssocID="{B39AFD7C-374F-4F5C-88A1-744AAA3742B3}" presName="spaceRect" presStyleCnt="0"/>
      <dgm:spPr/>
    </dgm:pt>
    <dgm:pt modelId="{5068CDA8-D868-4B10-B607-7380C1F1DC69}" type="pres">
      <dgm:prSet presAssocID="{B39AFD7C-374F-4F5C-88A1-744AAA3742B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E61319-D2DE-4308-BDB7-ECDAEBD2F628}" type="presOf" srcId="{B39AFD7C-374F-4F5C-88A1-744AAA3742B3}" destId="{5068CDA8-D868-4B10-B607-7380C1F1DC69}" srcOrd="0" destOrd="0" presId="urn:microsoft.com/office/officeart/2018/5/layout/IconCircleLabelList"/>
    <dgm:cxn modelId="{7FBECD68-20E0-4A57-BBB7-3183A07537E5}" type="presOf" srcId="{6702C601-229F-4797-AF7E-9A9D45AC16C0}" destId="{76E37B71-488F-47CA-A0D3-253DBB042043}" srcOrd="0" destOrd="0" presId="urn:microsoft.com/office/officeart/2018/5/layout/IconCircleLabelList"/>
    <dgm:cxn modelId="{22F2967A-4567-4815-9C02-31518F7D1101}" srcId="{6702C601-229F-4797-AF7E-9A9D45AC16C0}" destId="{49E1FFE6-E36A-4A43-97E5-675393BB35EE}" srcOrd="1" destOrd="0" parTransId="{E85F3C79-5D96-44E8-8A46-506DE6982803}" sibTransId="{943C7FBB-690A-446D-AA8C-A141B922B989}"/>
    <dgm:cxn modelId="{6030A387-3A59-44BA-8AC9-5DEF124E20D1}" srcId="{6702C601-229F-4797-AF7E-9A9D45AC16C0}" destId="{D8ECF32C-4E42-418A-AEE5-52E7274E4887}" srcOrd="0" destOrd="0" parTransId="{5B76B512-3643-4B75-B6B6-24D10488AFE5}" sibTransId="{5940E802-7D2D-478C-85FF-3E947406C2C4}"/>
    <dgm:cxn modelId="{6EE19A8A-6FCC-4298-98D0-F5A3BB985AF6}" srcId="{6702C601-229F-4797-AF7E-9A9D45AC16C0}" destId="{B39AFD7C-374F-4F5C-88A1-744AAA3742B3}" srcOrd="3" destOrd="0" parTransId="{DCB933CF-1499-445A-88A3-AFE422B4D1BE}" sibTransId="{40FA2FDF-1CAF-443C-A179-E922B2A47137}"/>
    <dgm:cxn modelId="{38E38AC9-6482-4B06-BB8A-72A824E1CACA}" srcId="{6702C601-229F-4797-AF7E-9A9D45AC16C0}" destId="{9541ACC7-F657-41EF-BDFE-8599DB068546}" srcOrd="2" destOrd="0" parTransId="{8D9600F4-F1E9-417A-91F0-140E24FF940C}" sibTransId="{73FFB79A-ECE0-4E8A-B75B-FF28E92F5BDA}"/>
    <dgm:cxn modelId="{CF1AE0D9-C90E-4A62-A551-6FA8C3E07AED}" type="presOf" srcId="{49E1FFE6-E36A-4A43-97E5-675393BB35EE}" destId="{6413EDEC-C5C9-4B10-B9F3-59CC39949DCE}" srcOrd="0" destOrd="0" presId="urn:microsoft.com/office/officeart/2018/5/layout/IconCircleLabelList"/>
    <dgm:cxn modelId="{99966AE7-9B71-4295-9271-6CC309D3ED04}" type="presOf" srcId="{9541ACC7-F657-41EF-BDFE-8599DB068546}" destId="{3F513AC6-23BB-461E-B1F0-0FDBE4875544}" srcOrd="0" destOrd="0" presId="urn:microsoft.com/office/officeart/2018/5/layout/IconCircleLabelList"/>
    <dgm:cxn modelId="{E5E8BDF9-DDD9-422C-8275-687DB60C8427}" type="presOf" srcId="{D8ECF32C-4E42-418A-AEE5-52E7274E4887}" destId="{DC5E9FA1-E5F1-4B0E-BA56-FA54AE7AB811}" srcOrd="0" destOrd="0" presId="urn:microsoft.com/office/officeart/2018/5/layout/IconCircleLabelList"/>
    <dgm:cxn modelId="{A76FE1B4-A66B-498B-A8F6-726BA96407BE}" type="presParOf" srcId="{76E37B71-488F-47CA-A0D3-253DBB042043}" destId="{3CE8C52D-E34D-427B-BD1F-17045F48FE74}" srcOrd="0" destOrd="0" presId="urn:microsoft.com/office/officeart/2018/5/layout/IconCircleLabelList"/>
    <dgm:cxn modelId="{161F3839-1205-49D4-8ACC-F400A59E71C7}" type="presParOf" srcId="{3CE8C52D-E34D-427B-BD1F-17045F48FE74}" destId="{49970A61-4F00-4C66-A8B5-E54F30E8E482}" srcOrd="0" destOrd="0" presId="urn:microsoft.com/office/officeart/2018/5/layout/IconCircleLabelList"/>
    <dgm:cxn modelId="{B814D215-B65F-4BB8-BA70-5E71D2C49218}" type="presParOf" srcId="{3CE8C52D-E34D-427B-BD1F-17045F48FE74}" destId="{7D1B3B6E-092E-4213-BB68-0D3C25B98858}" srcOrd="1" destOrd="0" presId="urn:microsoft.com/office/officeart/2018/5/layout/IconCircleLabelList"/>
    <dgm:cxn modelId="{89C3F782-2746-47DC-A972-F2FFC043B89A}" type="presParOf" srcId="{3CE8C52D-E34D-427B-BD1F-17045F48FE74}" destId="{89D49560-5398-4B84-9109-2D889B1998D0}" srcOrd="2" destOrd="0" presId="urn:microsoft.com/office/officeart/2018/5/layout/IconCircleLabelList"/>
    <dgm:cxn modelId="{7E40E893-5821-482F-9EE3-C7B41B0CCD37}" type="presParOf" srcId="{3CE8C52D-E34D-427B-BD1F-17045F48FE74}" destId="{DC5E9FA1-E5F1-4B0E-BA56-FA54AE7AB811}" srcOrd="3" destOrd="0" presId="urn:microsoft.com/office/officeart/2018/5/layout/IconCircleLabelList"/>
    <dgm:cxn modelId="{553506DB-A7FF-4A3F-AD08-7D4A7BA8192E}" type="presParOf" srcId="{76E37B71-488F-47CA-A0D3-253DBB042043}" destId="{164C370E-19B7-490C-9766-6DB0D92CC542}" srcOrd="1" destOrd="0" presId="urn:microsoft.com/office/officeart/2018/5/layout/IconCircleLabelList"/>
    <dgm:cxn modelId="{22E16563-9BA4-4AE0-BE7A-3CB8D71541F6}" type="presParOf" srcId="{76E37B71-488F-47CA-A0D3-253DBB042043}" destId="{A913C63B-DDC8-4DEA-8FBE-A687C59A5CBD}" srcOrd="2" destOrd="0" presId="urn:microsoft.com/office/officeart/2018/5/layout/IconCircleLabelList"/>
    <dgm:cxn modelId="{9182F64C-8494-47C8-9F52-1766976A4BB1}" type="presParOf" srcId="{A913C63B-DDC8-4DEA-8FBE-A687C59A5CBD}" destId="{667C2C75-9137-49B3-BEFF-B2F598689662}" srcOrd="0" destOrd="0" presId="urn:microsoft.com/office/officeart/2018/5/layout/IconCircleLabelList"/>
    <dgm:cxn modelId="{985286A6-8114-4BAC-A2AB-E3D2788121E7}" type="presParOf" srcId="{A913C63B-DDC8-4DEA-8FBE-A687C59A5CBD}" destId="{DB2AC350-20B1-4444-8596-8C7FCD707888}" srcOrd="1" destOrd="0" presId="urn:microsoft.com/office/officeart/2018/5/layout/IconCircleLabelList"/>
    <dgm:cxn modelId="{3749C685-A193-43BE-8D07-5BC71234C584}" type="presParOf" srcId="{A913C63B-DDC8-4DEA-8FBE-A687C59A5CBD}" destId="{CD7AC7B2-8CF0-44AE-97C4-533D77094A5D}" srcOrd="2" destOrd="0" presId="urn:microsoft.com/office/officeart/2018/5/layout/IconCircleLabelList"/>
    <dgm:cxn modelId="{2C8C9C48-75C9-4683-91DF-FFE0D3DFFF66}" type="presParOf" srcId="{A913C63B-DDC8-4DEA-8FBE-A687C59A5CBD}" destId="{6413EDEC-C5C9-4B10-B9F3-59CC39949DCE}" srcOrd="3" destOrd="0" presId="urn:microsoft.com/office/officeart/2018/5/layout/IconCircleLabelList"/>
    <dgm:cxn modelId="{6EB519F6-C981-4BC0-A258-AA89937BECF4}" type="presParOf" srcId="{76E37B71-488F-47CA-A0D3-253DBB042043}" destId="{325A74C8-1EB9-4FD5-955B-FE4A03681D08}" srcOrd="3" destOrd="0" presId="urn:microsoft.com/office/officeart/2018/5/layout/IconCircleLabelList"/>
    <dgm:cxn modelId="{9D59DF3A-BDE5-43C2-9F1F-917DB7BECA33}" type="presParOf" srcId="{76E37B71-488F-47CA-A0D3-253DBB042043}" destId="{CE779FF6-57AC-4E46-9D84-60FBB6E939B2}" srcOrd="4" destOrd="0" presId="urn:microsoft.com/office/officeart/2018/5/layout/IconCircleLabelList"/>
    <dgm:cxn modelId="{0471ED3E-983E-48EA-8624-643CE68B281D}" type="presParOf" srcId="{CE779FF6-57AC-4E46-9D84-60FBB6E939B2}" destId="{68F4ACEC-2087-4F54-9FFA-0C6B76C9B353}" srcOrd="0" destOrd="0" presId="urn:microsoft.com/office/officeart/2018/5/layout/IconCircleLabelList"/>
    <dgm:cxn modelId="{6D4B7285-B694-41E3-A587-D15685061A50}" type="presParOf" srcId="{CE779FF6-57AC-4E46-9D84-60FBB6E939B2}" destId="{A909ADD1-2702-4BFC-BD4B-995A75814B83}" srcOrd="1" destOrd="0" presId="urn:microsoft.com/office/officeart/2018/5/layout/IconCircleLabelList"/>
    <dgm:cxn modelId="{449E1D08-D7EE-4742-B3BD-C875402AAF70}" type="presParOf" srcId="{CE779FF6-57AC-4E46-9D84-60FBB6E939B2}" destId="{D78BE232-2787-40A2-B100-A928A8C13BD2}" srcOrd="2" destOrd="0" presId="urn:microsoft.com/office/officeart/2018/5/layout/IconCircleLabelList"/>
    <dgm:cxn modelId="{10C53E3F-8A50-4785-966C-772098BE9382}" type="presParOf" srcId="{CE779FF6-57AC-4E46-9D84-60FBB6E939B2}" destId="{3F513AC6-23BB-461E-B1F0-0FDBE4875544}" srcOrd="3" destOrd="0" presId="urn:microsoft.com/office/officeart/2018/5/layout/IconCircleLabelList"/>
    <dgm:cxn modelId="{52AC7F85-DF86-414B-A693-39CF727604E8}" type="presParOf" srcId="{76E37B71-488F-47CA-A0D3-253DBB042043}" destId="{17AC6CDD-6DDE-456F-A4FA-ABDAE3403EF5}" srcOrd="5" destOrd="0" presId="urn:microsoft.com/office/officeart/2018/5/layout/IconCircleLabelList"/>
    <dgm:cxn modelId="{68900B96-D686-4C71-BBDD-A1CAA6D3AB66}" type="presParOf" srcId="{76E37B71-488F-47CA-A0D3-253DBB042043}" destId="{9F60E417-4D99-4A93-A4AD-AE2FF8905854}" srcOrd="6" destOrd="0" presId="urn:microsoft.com/office/officeart/2018/5/layout/IconCircleLabelList"/>
    <dgm:cxn modelId="{28F9B209-B19D-4B5A-A52C-2DFB4E6EE2E6}" type="presParOf" srcId="{9F60E417-4D99-4A93-A4AD-AE2FF8905854}" destId="{438E2E0F-52B5-44E5-9B21-F2C51C1BEC95}" srcOrd="0" destOrd="0" presId="urn:microsoft.com/office/officeart/2018/5/layout/IconCircleLabelList"/>
    <dgm:cxn modelId="{3D52B417-DA94-4F35-B849-3157645ADAB3}" type="presParOf" srcId="{9F60E417-4D99-4A93-A4AD-AE2FF8905854}" destId="{FDD9554F-5889-4471-92D2-5237349F97A4}" srcOrd="1" destOrd="0" presId="urn:microsoft.com/office/officeart/2018/5/layout/IconCircleLabelList"/>
    <dgm:cxn modelId="{5163EEF4-34C7-4AB8-B982-97EDD0881587}" type="presParOf" srcId="{9F60E417-4D99-4A93-A4AD-AE2FF8905854}" destId="{7A67D80E-D160-45D5-B5C3-8D6E965440E4}" srcOrd="2" destOrd="0" presId="urn:microsoft.com/office/officeart/2018/5/layout/IconCircleLabelList"/>
    <dgm:cxn modelId="{9DA7C6B6-35BC-486C-B2B4-1D574176007E}" type="presParOf" srcId="{9F60E417-4D99-4A93-A4AD-AE2FF8905854}" destId="{5068CDA8-D868-4B10-B607-7380C1F1DC6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8E0A97-20C5-4314-8737-0E9201F035A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9BD8B66-C687-4030-93CF-838D09A5AF8B}">
      <dgm:prSet/>
      <dgm:spPr/>
      <dgm:t>
        <a:bodyPr/>
        <a:lstStyle/>
        <a:p>
          <a:pPr>
            <a:defRPr cap="all"/>
          </a:pPr>
          <a:r>
            <a:rPr lang="en-US"/>
            <a:t>Django backend on EC2</a:t>
          </a:r>
        </a:p>
      </dgm:t>
    </dgm:pt>
    <dgm:pt modelId="{FB93D653-DF33-4933-A5A5-2259725BF412}" type="parTrans" cxnId="{4151A98F-015D-4466-A0DD-8BEAE8155D5B}">
      <dgm:prSet/>
      <dgm:spPr/>
      <dgm:t>
        <a:bodyPr/>
        <a:lstStyle/>
        <a:p>
          <a:endParaRPr lang="en-US"/>
        </a:p>
      </dgm:t>
    </dgm:pt>
    <dgm:pt modelId="{4BC5B229-7628-447D-9A63-10FEC5ED876A}" type="sibTrans" cxnId="{4151A98F-015D-4466-A0DD-8BEAE8155D5B}">
      <dgm:prSet/>
      <dgm:spPr/>
      <dgm:t>
        <a:bodyPr/>
        <a:lstStyle/>
        <a:p>
          <a:endParaRPr lang="en-US"/>
        </a:p>
      </dgm:t>
    </dgm:pt>
    <dgm:pt modelId="{AE7487AE-545E-4780-9233-29BECAE8EDCC}">
      <dgm:prSet/>
      <dgm:spPr/>
      <dgm:t>
        <a:bodyPr/>
        <a:lstStyle/>
        <a:p>
          <a:pPr>
            <a:defRPr cap="all"/>
          </a:pPr>
          <a:r>
            <a:rPr lang="en-US"/>
            <a:t>Nginx as reverse proxy</a:t>
          </a:r>
        </a:p>
      </dgm:t>
    </dgm:pt>
    <dgm:pt modelId="{BDE36437-C7C9-4C8B-8BD4-109E83D95ECF}" type="parTrans" cxnId="{9D2D0125-1C01-4004-800E-2DE9586D6457}">
      <dgm:prSet/>
      <dgm:spPr/>
      <dgm:t>
        <a:bodyPr/>
        <a:lstStyle/>
        <a:p>
          <a:endParaRPr lang="en-US"/>
        </a:p>
      </dgm:t>
    </dgm:pt>
    <dgm:pt modelId="{EF733375-6F62-4B92-BCC6-45CB0DD96134}" type="sibTrans" cxnId="{9D2D0125-1C01-4004-800E-2DE9586D6457}">
      <dgm:prSet/>
      <dgm:spPr/>
      <dgm:t>
        <a:bodyPr/>
        <a:lstStyle/>
        <a:p>
          <a:endParaRPr lang="en-US"/>
        </a:p>
      </dgm:t>
    </dgm:pt>
    <dgm:pt modelId="{8BBE37EC-6183-44F4-BF45-A46A1AF79A8E}">
      <dgm:prSet/>
      <dgm:spPr/>
      <dgm:t>
        <a:bodyPr/>
        <a:lstStyle/>
        <a:p>
          <a:pPr>
            <a:defRPr cap="all"/>
          </a:pPr>
          <a:r>
            <a:rPr lang="en-US"/>
            <a:t>Gunicorn as WSGI server</a:t>
          </a:r>
        </a:p>
      </dgm:t>
    </dgm:pt>
    <dgm:pt modelId="{9C0FE9A0-496C-4370-8E0A-F1224EEE9651}" type="parTrans" cxnId="{2FA6B500-9AB6-40AC-A692-04657E6D9C51}">
      <dgm:prSet/>
      <dgm:spPr/>
      <dgm:t>
        <a:bodyPr/>
        <a:lstStyle/>
        <a:p>
          <a:endParaRPr lang="en-US"/>
        </a:p>
      </dgm:t>
    </dgm:pt>
    <dgm:pt modelId="{BA987F9E-DE7E-4676-855B-EC1D81874482}" type="sibTrans" cxnId="{2FA6B500-9AB6-40AC-A692-04657E6D9C51}">
      <dgm:prSet/>
      <dgm:spPr/>
      <dgm:t>
        <a:bodyPr/>
        <a:lstStyle/>
        <a:p>
          <a:endParaRPr lang="en-US"/>
        </a:p>
      </dgm:t>
    </dgm:pt>
    <dgm:pt modelId="{D0BE60EF-96F1-4EE0-8798-50ECF24A3EAE}">
      <dgm:prSet/>
      <dgm:spPr/>
      <dgm:t>
        <a:bodyPr/>
        <a:lstStyle/>
        <a:p>
          <a:pPr>
            <a:defRPr cap="all"/>
          </a:pPr>
          <a:r>
            <a:rPr lang="en-US"/>
            <a:t>Application Load Balancer for routing</a:t>
          </a:r>
        </a:p>
      </dgm:t>
    </dgm:pt>
    <dgm:pt modelId="{C3725CA1-2135-4D4D-940B-12971652223F}" type="parTrans" cxnId="{F48A59E6-5233-462D-9419-7AB557AF3A54}">
      <dgm:prSet/>
      <dgm:spPr/>
      <dgm:t>
        <a:bodyPr/>
        <a:lstStyle/>
        <a:p>
          <a:endParaRPr lang="en-US"/>
        </a:p>
      </dgm:t>
    </dgm:pt>
    <dgm:pt modelId="{8B6CD138-61A0-4D2A-A01A-05F89C3B8BE8}" type="sibTrans" cxnId="{F48A59E6-5233-462D-9419-7AB557AF3A54}">
      <dgm:prSet/>
      <dgm:spPr/>
      <dgm:t>
        <a:bodyPr/>
        <a:lstStyle/>
        <a:p>
          <a:endParaRPr lang="en-US"/>
        </a:p>
      </dgm:t>
    </dgm:pt>
    <dgm:pt modelId="{371022A3-F67F-4AEB-93F5-45B194B06681}" type="pres">
      <dgm:prSet presAssocID="{DA8E0A97-20C5-4314-8737-0E9201F035A7}" presName="root" presStyleCnt="0">
        <dgm:presLayoutVars>
          <dgm:dir/>
          <dgm:resizeHandles val="exact"/>
        </dgm:presLayoutVars>
      </dgm:prSet>
      <dgm:spPr/>
    </dgm:pt>
    <dgm:pt modelId="{3F063BE1-1BC1-4980-BB67-D0783FA47C4C}" type="pres">
      <dgm:prSet presAssocID="{29BD8B66-C687-4030-93CF-838D09A5AF8B}" presName="compNode" presStyleCnt="0"/>
      <dgm:spPr/>
    </dgm:pt>
    <dgm:pt modelId="{7D6D41A4-0406-4AD1-AB40-0088AAF43F2D}" type="pres">
      <dgm:prSet presAssocID="{29BD8B66-C687-4030-93CF-838D09A5AF8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7C9722A-24B1-4049-BFF6-834EC6999A17}" type="pres">
      <dgm:prSet presAssocID="{29BD8B66-C687-4030-93CF-838D09A5AF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2E25E4EA-5E49-420D-A6F2-263CC3BAC98F}" type="pres">
      <dgm:prSet presAssocID="{29BD8B66-C687-4030-93CF-838D09A5AF8B}" presName="spaceRect" presStyleCnt="0"/>
      <dgm:spPr/>
    </dgm:pt>
    <dgm:pt modelId="{1E4001CE-6253-48DC-9FE2-9259CF40F499}" type="pres">
      <dgm:prSet presAssocID="{29BD8B66-C687-4030-93CF-838D09A5AF8B}" presName="textRect" presStyleLbl="revTx" presStyleIdx="0" presStyleCnt="4">
        <dgm:presLayoutVars>
          <dgm:chMax val="1"/>
          <dgm:chPref val="1"/>
        </dgm:presLayoutVars>
      </dgm:prSet>
      <dgm:spPr/>
    </dgm:pt>
    <dgm:pt modelId="{6469E2CD-A59B-4FD3-935A-C3EABD4B0B19}" type="pres">
      <dgm:prSet presAssocID="{4BC5B229-7628-447D-9A63-10FEC5ED876A}" presName="sibTrans" presStyleCnt="0"/>
      <dgm:spPr/>
    </dgm:pt>
    <dgm:pt modelId="{32E127CE-7F1A-40AC-B881-95B36FDCC540}" type="pres">
      <dgm:prSet presAssocID="{AE7487AE-545E-4780-9233-29BECAE8EDCC}" presName="compNode" presStyleCnt="0"/>
      <dgm:spPr/>
    </dgm:pt>
    <dgm:pt modelId="{CD2BD9B2-D026-4C08-B15C-BE44F726E2DA}" type="pres">
      <dgm:prSet presAssocID="{AE7487AE-545E-4780-9233-29BECAE8EDCC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254FFB2-6774-47E3-8CA8-A6648FDAF6B4}" type="pres">
      <dgm:prSet presAssocID="{AE7487AE-545E-4780-9233-29BECAE8ED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F4093F3-E6E9-4C65-B702-2A397F7D160C}" type="pres">
      <dgm:prSet presAssocID="{AE7487AE-545E-4780-9233-29BECAE8EDCC}" presName="spaceRect" presStyleCnt="0"/>
      <dgm:spPr/>
    </dgm:pt>
    <dgm:pt modelId="{310AFFA2-40EC-4621-8EE9-5FEBAF054214}" type="pres">
      <dgm:prSet presAssocID="{AE7487AE-545E-4780-9233-29BECAE8EDCC}" presName="textRect" presStyleLbl="revTx" presStyleIdx="1" presStyleCnt="4">
        <dgm:presLayoutVars>
          <dgm:chMax val="1"/>
          <dgm:chPref val="1"/>
        </dgm:presLayoutVars>
      </dgm:prSet>
      <dgm:spPr/>
    </dgm:pt>
    <dgm:pt modelId="{0A69BE61-7A30-47A4-AF0D-F08DEFADB73D}" type="pres">
      <dgm:prSet presAssocID="{EF733375-6F62-4B92-BCC6-45CB0DD96134}" presName="sibTrans" presStyleCnt="0"/>
      <dgm:spPr/>
    </dgm:pt>
    <dgm:pt modelId="{350120BD-CCE5-433E-86DB-04B54299B297}" type="pres">
      <dgm:prSet presAssocID="{8BBE37EC-6183-44F4-BF45-A46A1AF79A8E}" presName="compNode" presStyleCnt="0"/>
      <dgm:spPr/>
    </dgm:pt>
    <dgm:pt modelId="{161F7BD3-61F8-4B81-A5AD-F5A0EFF10F2F}" type="pres">
      <dgm:prSet presAssocID="{8BBE37EC-6183-44F4-BF45-A46A1AF79A8E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65D80BD-2A94-4D38-BAA3-7466BC85F7DB}" type="pres">
      <dgm:prSet presAssocID="{8BBE37EC-6183-44F4-BF45-A46A1AF79A8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2264256-57E3-4D25-9E67-80B41256EC3C}" type="pres">
      <dgm:prSet presAssocID="{8BBE37EC-6183-44F4-BF45-A46A1AF79A8E}" presName="spaceRect" presStyleCnt="0"/>
      <dgm:spPr/>
    </dgm:pt>
    <dgm:pt modelId="{842E4EE9-BB88-40E3-BF81-67764EA45503}" type="pres">
      <dgm:prSet presAssocID="{8BBE37EC-6183-44F4-BF45-A46A1AF79A8E}" presName="textRect" presStyleLbl="revTx" presStyleIdx="2" presStyleCnt="4">
        <dgm:presLayoutVars>
          <dgm:chMax val="1"/>
          <dgm:chPref val="1"/>
        </dgm:presLayoutVars>
      </dgm:prSet>
      <dgm:spPr/>
    </dgm:pt>
    <dgm:pt modelId="{E6F9E5A6-E379-4CBC-812F-3549F9733283}" type="pres">
      <dgm:prSet presAssocID="{BA987F9E-DE7E-4676-855B-EC1D81874482}" presName="sibTrans" presStyleCnt="0"/>
      <dgm:spPr/>
    </dgm:pt>
    <dgm:pt modelId="{8714F8DD-761F-458B-8130-924303C06CC6}" type="pres">
      <dgm:prSet presAssocID="{D0BE60EF-96F1-4EE0-8798-50ECF24A3EAE}" presName="compNode" presStyleCnt="0"/>
      <dgm:spPr/>
    </dgm:pt>
    <dgm:pt modelId="{BBA90CA2-692B-4E05-B28E-33C48CD17D04}" type="pres">
      <dgm:prSet presAssocID="{D0BE60EF-96F1-4EE0-8798-50ECF24A3EAE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9607B22-8901-4748-A538-59DD7A279691}" type="pres">
      <dgm:prSet presAssocID="{D0BE60EF-96F1-4EE0-8798-50ECF24A3EA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B5A8EFAF-3257-471A-917B-B20943695821}" type="pres">
      <dgm:prSet presAssocID="{D0BE60EF-96F1-4EE0-8798-50ECF24A3EAE}" presName="spaceRect" presStyleCnt="0"/>
      <dgm:spPr/>
    </dgm:pt>
    <dgm:pt modelId="{25525F63-AAD8-4FB4-8978-C3696662DA10}" type="pres">
      <dgm:prSet presAssocID="{D0BE60EF-96F1-4EE0-8798-50ECF24A3EA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FA6B500-9AB6-40AC-A692-04657E6D9C51}" srcId="{DA8E0A97-20C5-4314-8737-0E9201F035A7}" destId="{8BBE37EC-6183-44F4-BF45-A46A1AF79A8E}" srcOrd="2" destOrd="0" parTransId="{9C0FE9A0-496C-4370-8E0A-F1224EEE9651}" sibTransId="{BA987F9E-DE7E-4676-855B-EC1D81874482}"/>
    <dgm:cxn modelId="{9D2D0125-1C01-4004-800E-2DE9586D6457}" srcId="{DA8E0A97-20C5-4314-8737-0E9201F035A7}" destId="{AE7487AE-545E-4780-9233-29BECAE8EDCC}" srcOrd="1" destOrd="0" parTransId="{BDE36437-C7C9-4C8B-8BD4-109E83D95ECF}" sibTransId="{EF733375-6F62-4B92-BCC6-45CB0DD96134}"/>
    <dgm:cxn modelId="{7FA80A3A-4666-4B75-B971-F2F09B7DF81A}" type="presOf" srcId="{AE7487AE-545E-4780-9233-29BECAE8EDCC}" destId="{310AFFA2-40EC-4621-8EE9-5FEBAF054214}" srcOrd="0" destOrd="0" presId="urn:microsoft.com/office/officeart/2018/5/layout/IconLeafLabelList"/>
    <dgm:cxn modelId="{6F25584F-EEFB-4E1E-A912-0E3135C6C862}" type="presOf" srcId="{DA8E0A97-20C5-4314-8737-0E9201F035A7}" destId="{371022A3-F67F-4AEB-93F5-45B194B06681}" srcOrd="0" destOrd="0" presId="urn:microsoft.com/office/officeart/2018/5/layout/IconLeafLabelList"/>
    <dgm:cxn modelId="{4151A98F-015D-4466-A0DD-8BEAE8155D5B}" srcId="{DA8E0A97-20C5-4314-8737-0E9201F035A7}" destId="{29BD8B66-C687-4030-93CF-838D09A5AF8B}" srcOrd="0" destOrd="0" parTransId="{FB93D653-DF33-4933-A5A5-2259725BF412}" sibTransId="{4BC5B229-7628-447D-9A63-10FEC5ED876A}"/>
    <dgm:cxn modelId="{64C73B93-AAC6-4ABF-88AA-77FCA3119E71}" type="presOf" srcId="{D0BE60EF-96F1-4EE0-8798-50ECF24A3EAE}" destId="{25525F63-AAD8-4FB4-8978-C3696662DA10}" srcOrd="0" destOrd="0" presId="urn:microsoft.com/office/officeart/2018/5/layout/IconLeafLabelList"/>
    <dgm:cxn modelId="{519BEBB7-4F33-4672-85CE-2C8BD6E486EA}" type="presOf" srcId="{29BD8B66-C687-4030-93CF-838D09A5AF8B}" destId="{1E4001CE-6253-48DC-9FE2-9259CF40F499}" srcOrd="0" destOrd="0" presId="urn:microsoft.com/office/officeart/2018/5/layout/IconLeafLabelList"/>
    <dgm:cxn modelId="{D5AEB1D3-D2E3-449E-B6D6-750ADF7D2419}" type="presOf" srcId="{8BBE37EC-6183-44F4-BF45-A46A1AF79A8E}" destId="{842E4EE9-BB88-40E3-BF81-67764EA45503}" srcOrd="0" destOrd="0" presId="urn:microsoft.com/office/officeart/2018/5/layout/IconLeafLabelList"/>
    <dgm:cxn modelId="{F48A59E6-5233-462D-9419-7AB557AF3A54}" srcId="{DA8E0A97-20C5-4314-8737-0E9201F035A7}" destId="{D0BE60EF-96F1-4EE0-8798-50ECF24A3EAE}" srcOrd="3" destOrd="0" parTransId="{C3725CA1-2135-4D4D-940B-12971652223F}" sibTransId="{8B6CD138-61A0-4D2A-A01A-05F89C3B8BE8}"/>
    <dgm:cxn modelId="{B53E700F-E4EA-497C-A5C5-B0E1D3C1B669}" type="presParOf" srcId="{371022A3-F67F-4AEB-93F5-45B194B06681}" destId="{3F063BE1-1BC1-4980-BB67-D0783FA47C4C}" srcOrd="0" destOrd="0" presId="urn:microsoft.com/office/officeart/2018/5/layout/IconLeafLabelList"/>
    <dgm:cxn modelId="{CDBD219E-14D5-46D5-93C2-04C3E92153C6}" type="presParOf" srcId="{3F063BE1-1BC1-4980-BB67-D0783FA47C4C}" destId="{7D6D41A4-0406-4AD1-AB40-0088AAF43F2D}" srcOrd="0" destOrd="0" presId="urn:microsoft.com/office/officeart/2018/5/layout/IconLeafLabelList"/>
    <dgm:cxn modelId="{34C7394C-6B3E-4A42-80E5-7BD037785FBD}" type="presParOf" srcId="{3F063BE1-1BC1-4980-BB67-D0783FA47C4C}" destId="{A7C9722A-24B1-4049-BFF6-834EC6999A17}" srcOrd="1" destOrd="0" presId="urn:microsoft.com/office/officeart/2018/5/layout/IconLeafLabelList"/>
    <dgm:cxn modelId="{E65E1728-0231-4C11-BD96-EACF5BF6F800}" type="presParOf" srcId="{3F063BE1-1BC1-4980-BB67-D0783FA47C4C}" destId="{2E25E4EA-5E49-420D-A6F2-263CC3BAC98F}" srcOrd="2" destOrd="0" presId="urn:microsoft.com/office/officeart/2018/5/layout/IconLeafLabelList"/>
    <dgm:cxn modelId="{21F46119-6C37-48B4-8656-522443CA6C4F}" type="presParOf" srcId="{3F063BE1-1BC1-4980-BB67-D0783FA47C4C}" destId="{1E4001CE-6253-48DC-9FE2-9259CF40F499}" srcOrd="3" destOrd="0" presId="urn:microsoft.com/office/officeart/2018/5/layout/IconLeafLabelList"/>
    <dgm:cxn modelId="{1C9CF250-FF08-4D9A-802F-523CDC557DDF}" type="presParOf" srcId="{371022A3-F67F-4AEB-93F5-45B194B06681}" destId="{6469E2CD-A59B-4FD3-935A-C3EABD4B0B19}" srcOrd="1" destOrd="0" presId="urn:microsoft.com/office/officeart/2018/5/layout/IconLeafLabelList"/>
    <dgm:cxn modelId="{91C5EC3B-F7E1-4418-8B84-4336F503506E}" type="presParOf" srcId="{371022A3-F67F-4AEB-93F5-45B194B06681}" destId="{32E127CE-7F1A-40AC-B881-95B36FDCC540}" srcOrd="2" destOrd="0" presId="urn:microsoft.com/office/officeart/2018/5/layout/IconLeafLabelList"/>
    <dgm:cxn modelId="{057040B0-0222-497A-9595-3B2F853C5E20}" type="presParOf" srcId="{32E127CE-7F1A-40AC-B881-95B36FDCC540}" destId="{CD2BD9B2-D026-4C08-B15C-BE44F726E2DA}" srcOrd="0" destOrd="0" presId="urn:microsoft.com/office/officeart/2018/5/layout/IconLeafLabelList"/>
    <dgm:cxn modelId="{FDADD598-581E-41A6-B2AB-FBA3142C8B9F}" type="presParOf" srcId="{32E127CE-7F1A-40AC-B881-95B36FDCC540}" destId="{2254FFB2-6774-47E3-8CA8-A6648FDAF6B4}" srcOrd="1" destOrd="0" presId="urn:microsoft.com/office/officeart/2018/5/layout/IconLeafLabelList"/>
    <dgm:cxn modelId="{0502FFA6-6D43-4A17-8D40-8DF7443BB9D0}" type="presParOf" srcId="{32E127CE-7F1A-40AC-B881-95B36FDCC540}" destId="{9F4093F3-E6E9-4C65-B702-2A397F7D160C}" srcOrd="2" destOrd="0" presId="urn:microsoft.com/office/officeart/2018/5/layout/IconLeafLabelList"/>
    <dgm:cxn modelId="{4019E0EB-45B0-4106-BCD3-F585809430C7}" type="presParOf" srcId="{32E127CE-7F1A-40AC-B881-95B36FDCC540}" destId="{310AFFA2-40EC-4621-8EE9-5FEBAF054214}" srcOrd="3" destOrd="0" presId="urn:microsoft.com/office/officeart/2018/5/layout/IconLeafLabelList"/>
    <dgm:cxn modelId="{6AB4B389-4D87-4739-87CB-FA0696D6EA63}" type="presParOf" srcId="{371022A3-F67F-4AEB-93F5-45B194B06681}" destId="{0A69BE61-7A30-47A4-AF0D-F08DEFADB73D}" srcOrd="3" destOrd="0" presId="urn:microsoft.com/office/officeart/2018/5/layout/IconLeafLabelList"/>
    <dgm:cxn modelId="{084907B5-F1E7-46C3-8693-D1E8631CBAE2}" type="presParOf" srcId="{371022A3-F67F-4AEB-93F5-45B194B06681}" destId="{350120BD-CCE5-433E-86DB-04B54299B297}" srcOrd="4" destOrd="0" presId="urn:microsoft.com/office/officeart/2018/5/layout/IconLeafLabelList"/>
    <dgm:cxn modelId="{E593A534-9F33-443D-9E51-2C2DB6A62A3D}" type="presParOf" srcId="{350120BD-CCE5-433E-86DB-04B54299B297}" destId="{161F7BD3-61F8-4B81-A5AD-F5A0EFF10F2F}" srcOrd="0" destOrd="0" presId="urn:microsoft.com/office/officeart/2018/5/layout/IconLeafLabelList"/>
    <dgm:cxn modelId="{C5F776F3-A861-41FF-BC89-04EB575ECF7B}" type="presParOf" srcId="{350120BD-CCE5-433E-86DB-04B54299B297}" destId="{365D80BD-2A94-4D38-BAA3-7466BC85F7DB}" srcOrd="1" destOrd="0" presId="urn:microsoft.com/office/officeart/2018/5/layout/IconLeafLabelList"/>
    <dgm:cxn modelId="{8836F7EA-9146-4A66-BA6D-1FA5A937E488}" type="presParOf" srcId="{350120BD-CCE5-433E-86DB-04B54299B297}" destId="{A2264256-57E3-4D25-9E67-80B41256EC3C}" srcOrd="2" destOrd="0" presId="urn:microsoft.com/office/officeart/2018/5/layout/IconLeafLabelList"/>
    <dgm:cxn modelId="{8109C037-48AD-47FE-B81C-C13720D5B3C5}" type="presParOf" srcId="{350120BD-CCE5-433E-86DB-04B54299B297}" destId="{842E4EE9-BB88-40E3-BF81-67764EA45503}" srcOrd="3" destOrd="0" presId="urn:microsoft.com/office/officeart/2018/5/layout/IconLeafLabelList"/>
    <dgm:cxn modelId="{9DAD5FD0-0A55-47EF-B00E-E7CCC9A473BB}" type="presParOf" srcId="{371022A3-F67F-4AEB-93F5-45B194B06681}" destId="{E6F9E5A6-E379-4CBC-812F-3549F9733283}" srcOrd="5" destOrd="0" presId="urn:microsoft.com/office/officeart/2018/5/layout/IconLeafLabelList"/>
    <dgm:cxn modelId="{03F5126F-A965-45B5-9053-6F84D9B6880E}" type="presParOf" srcId="{371022A3-F67F-4AEB-93F5-45B194B06681}" destId="{8714F8DD-761F-458B-8130-924303C06CC6}" srcOrd="6" destOrd="0" presId="urn:microsoft.com/office/officeart/2018/5/layout/IconLeafLabelList"/>
    <dgm:cxn modelId="{8225995D-0DF9-4930-8845-ADDE397E2BA1}" type="presParOf" srcId="{8714F8DD-761F-458B-8130-924303C06CC6}" destId="{BBA90CA2-692B-4E05-B28E-33C48CD17D04}" srcOrd="0" destOrd="0" presId="urn:microsoft.com/office/officeart/2018/5/layout/IconLeafLabelList"/>
    <dgm:cxn modelId="{288E0EB2-16C4-46B8-AD91-3B4CF22F064D}" type="presParOf" srcId="{8714F8DD-761F-458B-8130-924303C06CC6}" destId="{99607B22-8901-4748-A538-59DD7A279691}" srcOrd="1" destOrd="0" presId="urn:microsoft.com/office/officeart/2018/5/layout/IconLeafLabelList"/>
    <dgm:cxn modelId="{4407657A-8219-4061-94B6-09195882AFEB}" type="presParOf" srcId="{8714F8DD-761F-458B-8130-924303C06CC6}" destId="{B5A8EFAF-3257-471A-917B-B20943695821}" srcOrd="2" destOrd="0" presId="urn:microsoft.com/office/officeart/2018/5/layout/IconLeafLabelList"/>
    <dgm:cxn modelId="{91722708-9E82-4E63-8A31-E90CE32740D7}" type="presParOf" srcId="{8714F8DD-761F-458B-8130-924303C06CC6}" destId="{25525F63-AAD8-4FB4-8978-C3696662DA1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2EBAB0-A91A-4890-968D-687E9231085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FBA279E-7312-40B1-BF70-F781CA007B24}">
      <dgm:prSet/>
      <dgm:spPr/>
      <dgm:t>
        <a:bodyPr/>
        <a:lstStyle/>
        <a:p>
          <a:pPr>
            <a:defRPr cap="all"/>
          </a:pPr>
          <a:r>
            <a:rPr lang="en-US"/>
            <a:t>Amazon RDS (PostgreSQL)</a:t>
          </a:r>
        </a:p>
      </dgm:t>
    </dgm:pt>
    <dgm:pt modelId="{5F08E905-F351-430D-8AFB-820676DFE815}" type="parTrans" cxnId="{261D7AD6-1535-4FEA-90FA-49A73B37E3A9}">
      <dgm:prSet/>
      <dgm:spPr/>
      <dgm:t>
        <a:bodyPr/>
        <a:lstStyle/>
        <a:p>
          <a:endParaRPr lang="en-US"/>
        </a:p>
      </dgm:t>
    </dgm:pt>
    <dgm:pt modelId="{B65CF61D-9391-4DC2-BBA5-EA6935873944}" type="sibTrans" cxnId="{261D7AD6-1535-4FEA-90FA-49A73B37E3A9}">
      <dgm:prSet/>
      <dgm:spPr/>
      <dgm:t>
        <a:bodyPr/>
        <a:lstStyle/>
        <a:p>
          <a:endParaRPr lang="en-US"/>
        </a:p>
      </dgm:t>
    </dgm:pt>
    <dgm:pt modelId="{706EF504-CD6C-4548-A4D6-980313EB52E2}">
      <dgm:prSet/>
      <dgm:spPr/>
      <dgm:t>
        <a:bodyPr/>
        <a:lstStyle/>
        <a:p>
          <a:pPr>
            <a:defRPr cap="all"/>
          </a:pPr>
          <a:r>
            <a:rPr lang="en-US"/>
            <a:t>Redis for caching &amp; sessions</a:t>
          </a:r>
        </a:p>
      </dgm:t>
    </dgm:pt>
    <dgm:pt modelId="{A09E6198-8D89-4A77-B3D5-A99A9CD82669}" type="parTrans" cxnId="{1814E02C-02E6-4CDF-86DE-B0483C0AF070}">
      <dgm:prSet/>
      <dgm:spPr/>
      <dgm:t>
        <a:bodyPr/>
        <a:lstStyle/>
        <a:p>
          <a:endParaRPr lang="en-US"/>
        </a:p>
      </dgm:t>
    </dgm:pt>
    <dgm:pt modelId="{F33BCA05-4D2E-47F0-96E3-7BF8ADBA56D5}" type="sibTrans" cxnId="{1814E02C-02E6-4CDF-86DE-B0483C0AF070}">
      <dgm:prSet/>
      <dgm:spPr/>
      <dgm:t>
        <a:bodyPr/>
        <a:lstStyle/>
        <a:p>
          <a:endParaRPr lang="en-US"/>
        </a:p>
      </dgm:t>
    </dgm:pt>
    <dgm:pt modelId="{D9DD57FB-7A95-4410-8F0D-01B21036CA6E}">
      <dgm:prSet/>
      <dgm:spPr/>
      <dgm:t>
        <a:bodyPr/>
        <a:lstStyle/>
        <a:p>
          <a:pPr>
            <a:defRPr cap="all"/>
          </a:pPr>
          <a:r>
            <a:rPr lang="en-US"/>
            <a:t>Amazon S3 for static files</a:t>
          </a:r>
        </a:p>
      </dgm:t>
    </dgm:pt>
    <dgm:pt modelId="{94EAD62C-EC4D-46D4-B2ED-FE8E349935DB}" type="parTrans" cxnId="{CF716F35-1ACC-4697-901B-56B3071C02F4}">
      <dgm:prSet/>
      <dgm:spPr/>
      <dgm:t>
        <a:bodyPr/>
        <a:lstStyle/>
        <a:p>
          <a:endParaRPr lang="en-US"/>
        </a:p>
      </dgm:t>
    </dgm:pt>
    <dgm:pt modelId="{40022EE1-AB1E-4122-9DB9-1CA0514C59C7}" type="sibTrans" cxnId="{CF716F35-1ACC-4697-901B-56B3071C02F4}">
      <dgm:prSet/>
      <dgm:spPr/>
      <dgm:t>
        <a:bodyPr/>
        <a:lstStyle/>
        <a:p>
          <a:endParaRPr lang="en-US"/>
        </a:p>
      </dgm:t>
    </dgm:pt>
    <dgm:pt modelId="{9D97AF7E-FB88-421F-8CA3-D89291CFE5A4}" type="pres">
      <dgm:prSet presAssocID="{9D2EBAB0-A91A-4890-968D-687E92310851}" presName="root" presStyleCnt="0">
        <dgm:presLayoutVars>
          <dgm:dir/>
          <dgm:resizeHandles val="exact"/>
        </dgm:presLayoutVars>
      </dgm:prSet>
      <dgm:spPr/>
    </dgm:pt>
    <dgm:pt modelId="{FE73E0F6-4751-4A07-80A4-1CDA2F522FFA}" type="pres">
      <dgm:prSet presAssocID="{9FBA279E-7312-40B1-BF70-F781CA007B24}" presName="compNode" presStyleCnt="0"/>
      <dgm:spPr/>
    </dgm:pt>
    <dgm:pt modelId="{4A43AA1F-E2A4-4D8D-A4D7-6DCD23AB6F87}" type="pres">
      <dgm:prSet presAssocID="{9FBA279E-7312-40B1-BF70-F781CA007B24}" presName="iconBgRect" presStyleLbl="bgShp" presStyleIdx="0" presStyleCnt="3"/>
      <dgm:spPr/>
    </dgm:pt>
    <dgm:pt modelId="{C6DC78E3-EB6E-4E0E-B834-05B13676EA34}" type="pres">
      <dgm:prSet presAssocID="{9FBA279E-7312-40B1-BF70-F781CA007B2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9F073CF9-5BF7-433A-8DA7-A78264BA81B3}" type="pres">
      <dgm:prSet presAssocID="{9FBA279E-7312-40B1-BF70-F781CA007B24}" presName="spaceRect" presStyleCnt="0"/>
      <dgm:spPr/>
    </dgm:pt>
    <dgm:pt modelId="{2DCAA462-FF92-48C6-93FE-E33D87620790}" type="pres">
      <dgm:prSet presAssocID="{9FBA279E-7312-40B1-BF70-F781CA007B24}" presName="textRect" presStyleLbl="revTx" presStyleIdx="0" presStyleCnt="3">
        <dgm:presLayoutVars>
          <dgm:chMax val="1"/>
          <dgm:chPref val="1"/>
        </dgm:presLayoutVars>
      </dgm:prSet>
      <dgm:spPr/>
    </dgm:pt>
    <dgm:pt modelId="{1B478F13-17A5-4D3E-9CDB-EEC4A9D108BC}" type="pres">
      <dgm:prSet presAssocID="{B65CF61D-9391-4DC2-BBA5-EA6935873944}" presName="sibTrans" presStyleCnt="0"/>
      <dgm:spPr/>
    </dgm:pt>
    <dgm:pt modelId="{2199E98E-7F8E-4AEE-B424-FE182B9CCA81}" type="pres">
      <dgm:prSet presAssocID="{706EF504-CD6C-4548-A4D6-980313EB52E2}" presName="compNode" presStyleCnt="0"/>
      <dgm:spPr/>
    </dgm:pt>
    <dgm:pt modelId="{97FDB2A8-6EC3-436C-A2B4-D04D85202AB3}" type="pres">
      <dgm:prSet presAssocID="{706EF504-CD6C-4548-A4D6-980313EB52E2}" presName="iconBgRect" presStyleLbl="bgShp" presStyleIdx="1" presStyleCnt="3"/>
      <dgm:spPr/>
    </dgm:pt>
    <dgm:pt modelId="{E700FA59-7942-4D3F-BE3C-A85806A2C45B}" type="pres">
      <dgm:prSet presAssocID="{706EF504-CD6C-4548-A4D6-980313EB52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E0459FE4-84F3-4B77-BB05-650EECDBE10E}" type="pres">
      <dgm:prSet presAssocID="{706EF504-CD6C-4548-A4D6-980313EB52E2}" presName="spaceRect" presStyleCnt="0"/>
      <dgm:spPr/>
    </dgm:pt>
    <dgm:pt modelId="{A40BA099-05C4-4C04-BDC0-B989C150AE60}" type="pres">
      <dgm:prSet presAssocID="{706EF504-CD6C-4548-A4D6-980313EB52E2}" presName="textRect" presStyleLbl="revTx" presStyleIdx="1" presStyleCnt="3">
        <dgm:presLayoutVars>
          <dgm:chMax val="1"/>
          <dgm:chPref val="1"/>
        </dgm:presLayoutVars>
      </dgm:prSet>
      <dgm:spPr/>
    </dgm:pt>
    <dgm:pt modelId="{6FCD590B-33E8-4B5A-91A0-1D2961D9661C}" type="pres">
      <dgm:prSet presAssocID="{F33BCA05-4D2E-47F0-96E3-7BF8ADBA56D5}" presName="sibTrans" presStyleCnt="0"/>
      <dgm:spPr/>
    </dgm:pt>
    <dgm:pt modelId="{39DD9CE5-B4CF-4A9F-A3DA-6FCF4CAFCA4E}" type="pres">
      <dgm:prSet presAssocID="{D9DD57FB-7A95-4410-8F0D-01B21036CA6E}" presName="compNode" presStyleCnt="0"/>
      <dgm:spPr/>
    </dgm:pt>
    <dgm:pt modelId="{E84A7A4E-FB03-4D66-AD46-CF31F9C666EA}" type="pres">
      <dgm:prSet presAssocID="{D9DD57FB-7A95-4410-8F0D-01B21036CA6E}" presName="iconBgRect" presStyleLbl="bgShp" presStyleIdx="2" presStyleCnt="3"/>
      <dgm:spPr/>
    </dgm:pt>
    <dgm:pt modelId="{D14F147A-B448-4A24-8C72-8F827D0ADC6D}" type="pres">
      <dgm:prSet presAssocID="{D9DD57FB-7A95-4410-8F0D-01B21036CA6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8D14067-B947-4F0E-AAE9-0E0E6AC93C33}" type="pres">
      <dgm:prSet presAssocID="{D9DD57FB-7A95-4410-8F0D-01B21036CA6E}" presName="spaceRect" presStyleCnt="0"/>
      <dgm:spPr/>
    </dgm:pt>
    <dgm:pt modelId="{08052D8E-7E7B-4A65-BC79-82E8C31BB0C5}" type="pres">
      <dgm:prSet presAssocID="{D9DD57FB-7A95-4410-8F0D-01B21036CA6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814E02C-02E6-4CDF-86DE-B0483C0AF070}" srcId="{9D2EBAB0-A91A-4890-968D-687E92310851}" destId="{706EF504-CD6C-4548-A4D6-980313EB52E2}" srcOrd="1" destOrd="0" parTransId="{A09E6198-8D89-4A77-B3D5-A99A9CD82669}" sibTransId="{F33BCA05-4D2E-47F0-96E3-7BF8ADBA56D5}"/>
    <dgm:cxn modelId="{CF716F35-1ACC-4697-901B-56B3071C02F4}" srcId="{9D2EBAB0-A91A-4890-968D-687E92310851}" destId="{D9DD57FB-7A95-4410-8F0D-01B21036CA6E}" srcOrd="2" destOrd="0" parTransId="{94EAD62C-EC4D-46D4-B2ED-FE8E349935DB}" sibTransId="{40022EE1-AB1E-4122-9DB9-1CA0514C59C7}"/>
    <dgm:cxn modelId="{CBB1ED51-F330-4291-9C67-F943C0EA10B7}" type="presOf" srcId="{9D2EBAB0-A91A-4890-968D-687E92310851}" destId="{9D97AF7E-FB88-421F-8CA3-D89291CFE5A4}" srcOrd="0" destOrd="0" presId="urn:microsoft.com/office/officeart/2018/5/layout/IconCircleLabelList"/>
    <dgm:cxn modelId="{7C9E4881-0C52-4E2E-9C16-E1E629BBFE49}" type="presOf" srcId="{9FBA279E-7312-40B1-BF70-F781CA007B24}" destId="{2DCAA462-FF92-48C6-93FE-E33D87620790}" srcOrd="0" destOrd="0" presId="urn:microsoft.com/office/officeart/2018/5/layout/IconCircleLabelList"/>
    <dgm:cxn modelId="{261D7AD6-1535-4FEA-90FA-49A73B37E3A9}" srcId="{9D2EBAB0-A91A-4890-968D-687E92310851}" destId="{9FBA279E-7312-40B1-BF70-F781CA007B24}" srcOrd="0" destOrd="0" parTransId="{5F08E905-F351-430D-8AFB-820676DFE815}" sibTransId="{B65CF61D-9391-4DC2-BBA5-EA6935873944}"/>
    <dgm:cxn modelId="{9CD054DF-C2C7-4166-B39E-4F47E017F394}" type="presOf" srcId="{706EF504-CD6C-4548-A4D6-980313EB52E2}" destId="{A40BA099-05C4-4C04-BDC0-B989C150AE60}" srcOrd="0" destOrd="0" presId="urn:microsoft.com/office/officeart/2018/5/layout/IconCircleLabelList"/>
    <dgm:cxn modelId="{AEA455DF-BD7B-4B44-8035-7F09C49FB8D8}" type="presOf" srcId="{D9DD57FB-7A95-4410-8F0D-01B21036CA6E}" destId="{08052D8E-7E7B-4A65-BC79-82E8C31BB0C5}" srcOrd="0" destOrd="0" presId="urn:microsoft.com/office/officeart/2018/5/layout/IconCircleLabelList"/>
    <dgm:cxn modelId="{E4325A90-4FE6-48D2-8AD7-C410FE2B3ABB}" type="presParOf" srcId="{9D97AF7E-FB88-421F-8CA3-D89291CFE5A4}" destId="{FE73E0F6-4751-4A07-80A4-1CDA2F522FFA}" srcOrd="0" destOrd="0" presId="urn:microsoft.com/office/officeart/2018/5/layout/IconCircleLabelList"/>
    <dgm:cxn modelId="{ACF82636-663F-463C-8A00-FBAF7AA4BC4F}" type="presParOf" srcId="{FE73E0F6-4751-4A07-80A4-1CDA2F522FFA}" destId="{4A43AA1F-E2A4-4D8D-A4D7-6DCD23AB6F87}" srcOrd="0" destOrd="0" presId="urn:microsoft.com/office/officeart/2018/5/layout/IconCircleLabelList"/>
    <dgm:cxn modelId="{5BABBA84-23B9-4A4B-955F-09D9C5F79042}" type="presParOf" srcId="{FE73E0F6-4751-4A07-80A4-1CDA2F522FFA}" destId="{C6DC78E3-EB6E-4E0E-B834-05B13676EA34}" srcOrd="1" destOrd="0" presId="urn:microsoft.com/office/officeart/2018/5/layout/IconCircleLabelList"/>
    <dgm:cxn modelId="{A103ACB8-0758-4FB7-9648-51DC4E47CF65}" type="presParOf" srcId="{FE73E0F6-4751-4A07-80A4-1CDA2F522FFA}" destId="{9F073CF9-5BF7-433A-8DA7-A78264BA81B3}" srcOrd="2" destOrd="0" presId="urn:microsoft.com/office/officeart/2018/5/layout/IconCircleLabelList"/>
    <dgm:cxn modelId="{D6592DE0-CD5B-46FE-8C63-8C8D96475B2A}" type="presParOf" srcId="{FE73E0F6-4751-4A07-80A4-1CDA2F522FFA}" destId="{2DCAA462-FF92-48C6-93FE-E33D87620790}" srcOrd="3" destOrd="0" presId="urn:microsoft.com/office/officeart/2018/5/layout/IconCircleLabelList"/>
    <dgm:cxn modelId="{6940DB8D-8E52-412C-8357-684023B776A3}" type="presParOf" srcId="{9D97AF7E-FB88-421F-8CA3-D89291CFE5A4}" destId="{1B478F13-17A5-4D3E-9CDB-EEC4A9D108BC}" srcOrd="1" destOrd="0" presId="urn:microsoft.com/office/officeart/2018/5/layout/IconCircleLabelList"/>
    <dgm:cxn modelId="{00021C34-2E6B-4D9C-9335-2FCAC24B4EF3}" type="presParOf" srcId="{9D97AF7E-FB88-421F-8CA3-D89291CFE5A4}" destId="{2199E98E-7F8E-4AEE-B424-FE182B9CCA81}" srcOrd="2" destOrd="0" presId="urn:microsoft.com/office/officeart/2018/5/layout/IconCircleLabelList"/>
    <dgm:cxn modelId="{3BF0B74B-DAC9-4B71-AE4A-C31748A3E0F2}" type="presParOf" srcId="{2199E98E-7F8E-4AEE-B424-FE182B9CCA81}" destId="{97FDB2A8-6EC3-436C-A2B4-D04D85202AB3}" srcOrd="0" destOrd="0" presId="urn:microsoft.com/office/officeart/2018/5/layout/IconCircleLabelList"/>
    <dgm:cxn modelId="{748D352C-7D88-4D46-B4FF-F5D3F81AF9AC}" type="presParOf" srcId="{2199E98E-7F8E-4AEE-B424-FE182B9CCA81}" destId="{E700FA59-7942-4D3F-BE3C-A85806A2C45B}" srcOrd="1" destOrd="0" presId="urn:microsoft.com/office/officeart/2018/5/layout/IconCircleLabelList"/>
    <dgm:cxn modelId="{D4FBA959-F8FA-43A2-8FC8-008158D41B93}" type="presParOf" srcId="{2199E98E-7F8E-4AEE-B424-FE182B9CCA81}" destId="{E0459FE4-84F3-4B77-BB05-650EECDBE10E}" srcOrd="2" destOrd="0" presId="urn:microsoft.com/office/officeart/2018/5/layout/IconCircleLabelList"/>
    <dgm:cxn modelId="{13C30943-650B-453B-8B90-F8485C96EC26}" type="presParOf" srcId="{2199E98E-7F8E-4AEE-B424-FE182B9CCA81}" destId="{A40BA099-05C4-4C04-BDC0-B989C150AE60}" srcOrd="3" destOrd="0" presId="urn:microsoft.com/office/officeart/2018/5/layout/IconCircleLabelList"/>
    <dgm:cxn modelId="{4755A933-7134-4BFA-BF5C-630D48D33B3B}" type="presParOf" srcId="{9D97AF7E-FB88-421F-8CA3-D89291CFE5A4}" destId="{6FCD590B-33E8-4B5A-91A0-1D2961D9661C}" srcOrd="3" destOrd="0" presId="urn:microsoft.com/office/officeart/2018/5/layout/IconCircleLabelList"/>
    <dgm:cxn modelId="{6270D9CF-AC00-415F-8826-1DFFAA51D3B5}" type="presParOf" srcId="{9D97AF7E-FB88-421F-8CA3-D89291CFE5A4}" destId="{39DD9CE5-B4CF-4A9F-A3DA-6FCF4CAFCA4E}" srcOrd="4" destOrd="0" presId="urn:microsoft.com/office/officeart/2018/5/layout/IconCircleLabelList"/>
    <dgm:cxn modelId="{86869CC6-FFF4-45F8-8710-8408B98B24CB}" type="presParOf" srcId="{39DD9CE5-B4CF-4A9F-A3DA-6FCF4CAFCA4E}" destId="{E84A7A4E-FB03-4D66-AD46-CF31F9C666EA}" srcOrd="0" destOrd="0" presId="urn:microsoft.com/office/officeart/2018/5/layout/IconCircleLabelList"/>
    <dgm:cxn modelId="{FC74907C-39B7-46F5-A7E9-F77998E2F879}" type="presParOf" srcId="{39DD9CE5-B4CF-4A9F-A3DA-6FCF4CAFCA4E}" destId="{D14F147A-B448-4A24-8C72-8F827D0ADC6D}" srcOrd="1" destOrd="0" presId="urn:microsoft.com/office/officeart/2018/5/layout/IconCircleLabelList"/>
    <dgm:cxn modelId="{1B758015-ECF3-4F70-B3C2-0A3DF0BB3233}" type="presParOf" srcId="{39DD9CE5-B4CF-4A9F-A3DA-6FCF4CAFCA4E}" destId="{68D14067-B947-4F0E-AAE9-0E0E6AC93C33}" srcOrd="2" destOrd="0" presId="urn:microsoft.com/office/officeart/2018/5/layout/IconCircleLabelList"/>
    <dgm:cxn modelId="{E52E06FF-87C1-4759-B00D-840308A4A6F1}" type="presParOf" srcId="{39DD9CE5-B4CF-4A9F-A3DA-6FCF4CAFCA4E}" destId="{08052D8E-7E7B-4A65-BC79-82E8C31BB0C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7B069F-A08D-447D-9FAB-F68E452F444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312D3C-AAFB-4EF5-A067-1D75DC913B00}">
      <dgm:prSet/>
      <dgm:spPr/>
      <dgm:t>
        <a:bodyPr/>
        <a:lstStyle/>
        <a:p>
          <a:pPr>
            <a:defRPr cap="all"/>
          </a:pPr>
          <a:r>
            <a:rPr lang="en-US"/>
            <a:t>RFID scan triggers backend API</a:t>
          </a:r>
        </a:p>
      </dgm:t>
    </dgm:pt>
    <dgm:pt modelId="{FC3824FB-6A85-49F0-82E4-115721E4F003}" type="parTrans" cxnId="{5B846A88-A3C0-4DB3-AD77-CBDE2E7A63BC}">
      <dgm:prSet/>
      <dgm:spPr/>
      <dgm:t>
        <a:bodyPr/>
        <a:lstStyle/>
        <a:p>
          <a:endParaRPr lang="en-US"/>
        </a:p>
      </dgm:t>
    </dgm:pt>
    <dgm:pt modelId="{6391E022-E0D5-468B-979F-9FA23665A1F1}" type="sibTrans" cxnId="{5B846A88-A3C0-4DB3-AD77-CBDE2E7A63BC}">
      <dgm:prSet/>
      <dgm:spPr/>
      <dgm:t>
        <a:bodyPr/>
        <a:lstStyle/>
        <a:p>
          <a:endParaRPr lang="en-US"/>
        </a:p>
      </dgm:t>
    </dgm:pt>
    <dgm:pt modelId="{765E1313-46C9-4BF0-A9DB-13C6B955BD1A}">
      <dgm:prSet/>
      <dgm:spPr/>
      <dgm:t>
        <a:bodyPr/>
        <a:lstStyle/>
        <a:p>
          <a:pPr>
            <a:defRPr cap="all"/>
          </a:pPr>
          <a:r>
            <a:rPr lang="en-US"/>
            <a:t>Student identified from database</a:t>
          </a:r>
        </a:p>
      </dgm:t>
    </dgm:pt>
    <dgm:pt modelId="{0CFB5EED-46BC-4C9C-9548-9C77C2A0FB80}" type="parTrans" cxnId="{03EF8794-0A81-4289-8CAC-D7C5A19B2842}">
      <dgm:prSet/>
      <dgm:spPr/>
      <dgm:t>
        <a:bodyPr/>
        <a:lstStyle/>
        <a:p>
          <a:endParaRPr lang="en-US"/>
        </a:p>
      </dgm:t>
    </dgm:pt>
    <dgm:pt modelId="{8D84C6CB-B04E-4BB8-81AB-02C8A5A89909}" type="sibTrans" cxnId="{03EF8794-0A81-4289-8CAC-D7C5A19B2842}">
      <dgm:prSet/>
      <dgm:spPr/>
      <dgm:t>
        <a:bodyPr/>
        <a:lstStyle/>
        <a:p>
          <a:endParaRPr lang="en-US"/>
        </a:p>
      </dgm:t>
    </dgm:pt>
    <dgm:pt modelId="{05D0236E-FF44-4609-A6F5-CFC8ACC606E0}">
      <dgm:prSet/>
      <dgm:spPr/>
      <dgm:t>
        <a:bodyPr/>
        <a:lstStyle/>
        <a:p>
          <a:pPr>
            <a:defRPr cap="all"/>
          </a:pPr>
          <a:r>
            <a:rPr lang="en-US"/>
            <a:t>Firebase sends push notification</a:t>
          </a:r>
        </a:p>
      </dgm:t>
    </dgm:pt>
    <dgm:pt modelId="{6C54225B-FB58-459A-8554-720B5C722484}" type="parTrans" cxnId="{98AC75F7-10B3-47CB-BDE3-4789F0F84945}">
      <dgm:prSet/>
      <dgm:spPr/>
      <dgm:t>
        <a:bodyPr/>
        <a:lstStyle/>
        <a:p>
          <a:endParaRPr lang="en-US"/>
        </a:p>
      </dgm:t>
    </dgm:pt>
    <dgm:pt modelId="{835DD0D7-0198-4BD3-9006-2AA4D29645B4}" type="sibTrans" cxnId="{98AC75F7-10B3-47CB-BDE3-4789F0F84945}">
      <dgm:prSet/>
      <dgm:spPr/>
      <dgm:t>
        <a:bodyPr/>
        <a:lstStyle/>
        <a:p>
          <a:endParaRPr lang="en-US"/>
        </a:p>
      </dgm:t>
    </dgm:pt>
    <dgm:pt modelId="{7B712F2C-E734-4613-AA1B-F29251442D21}">
      <dgm:prSet/>
      <dgm:spPr/>
      <dgm:t>
        <a:bodyPr/>
        <a:lstStyle/>
        <a:p>
          <a:pPr>
            <a:defRPr cap="all"/>
          </a:pPr>
          <a:r>
            <a:rPr lang="en-US"/>
            <a:t>Student confirms order</a:t>
          </a:r>
        </a:p>
      </dgm:t>
    </dgm:pt>
    <dgm:pt modelId="{A0A7B5C3-6707-4D27-8CF9-FB09E76C6EEA}" type="parTrans" cxnId="{E68CBF33-8937-4F3F-BAFC-41464E92BAB8}">
      <dgm:prSet/>
      <dgm:spPr/>
      <dgm:t>
        <a:bodyPr/>
        <a:lstStyle/>
        <a:p>
          <a:endParaRPr lang="en-US"/>
        </a:p>
      </dgm:t>
    </dgm:pt>
    <dgm:pt modelId="{D4A7ABCD-FD12-48E9-AEF7-D1599AA833AB}" type="sibTrans" cxnId="{E68CBF33-8937-4F3F-BAFC-41464E92BAB8}">
      <dgm:prSet/>
      <dgm:spPr/>
      <dgm:t>
        <a:bodyPr/>
        <a:lstStyle/>
        <a:p>
          <a:endParaRPr lang="en-US"/>
        </a:p>
      </dgm:t>
    </dgm:pt>
    <dgm:pt modelId="{71BFD16B-1B44-4A4C-B2E9-CF5501DD93C1}" type="pres">
      <dgm:prSet presAssocID="{E07B069F-A08D-447D-9FAB-F68E452F4448}" presName="root" presStyleCnt="0">
        <dgm:presLayoutVars>
          <dgm:dir/>
          <dgm:resizeHandles val="exact"/>
        </dgm:presLayoutVars>
      </dgm:prSet>
      <dgm:spPr/>
    </dgm:pt>
    <dgm:pt modelId="{3CF3133C-0B23-4661-B3BC-CD048494CA19}" type="pres">
      <dgm:prSet presAssocID="{7B312D3C-AAFB-4EF5-A067-1D75DC913B00}" presName="compNode" presStyleCnt="0"/>
      <dgm:spPr/>
    </dgm:pt>
    <dgm:pt modelId="{99B8C2F5-1423-4F7C-A40E-C56905FEDE5D}" type="pres">
      <dgm:prSet presAssocID="{7B312D3C-AAFB-4EF5-A067-1D75DC913B00}" presName="iconBgRect" presStyleLbl="bgShp" presStyleIdx="0" presStyleCnt="4"/>
      <dgm:spPr/>
    </dgm:pt>
    <dgm:pt modelId="{0125C0C6-1DCE-41FE-8D45-4FB56EEEA760}" type="pres">
      <dgm:prSet presAssocID="{7B312D3C-AAFB-4EF5-A067-1D75DC913B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B3E89FC7-56D0-4261-BD72-C2C024636DB4}" type="pres">
      <dgm:prSet presAssocID="{7B312D3C-AAFB-4EF5-A067-1D75DC913B00}" presName="spaceRect" presStyleCnt="0"/>
      <dgm:spPr/>
    </dgm:pt>
    <dgm:pt modelId="{0D4BC807-8CFC-4DF2-A704-506808616CC1}" type="pres">
      <dgm:prSet presAssocID="{7B312D3C-AAFB-4EF5-A067-1D75DC913B00}" presName="textRect" presStyleLbl="revTx" presStyleIdx="0" presStyleCnt="4">
        <dgm:presLayoutVars>
          <dgm:chMax val="1"/>
          <dgm:chPref val="1"/>
        </dgm:presLayoutVars>
      </dgm:prSet>
      <dgm:spPr/>
    </dgm:pt>
    <dgm:pt modelId="{FDC79388-EF17-4CB8-A66E-70BF83BDF96E}" type="pres">
      <dgm:prSet presAssocID="{6391E022-E0D5-468B-979F-9FA23665A1F1}" presName="sibTrans" presStyleCnt="0"/>
      <dgm:spPr/>
    </dgm:pt>
    <dgm:pt modelId="{3C8B2370-5339-436E-BCFE-36EF57E3180E}" type="pres">
      <dgm:prSet presAssocID="{765E1313-46C9-4BF0-A9DB-13C6B955BD1A}" presName="compNode" presStyleCnt="0"/>
      <dgm:spPr/>
    </dgm:pt>
    <dgm:pt modelId="{91BBF069-5273-489B-9E66-C01E40D5C622}" type="pres">
      <dgm:prSet presAssocID="{765E1313-46C9-4BF0-A9DB-13C6B955BD1A}" presName="iconBgRect" presStyleLbl="bgShp" presStyleIdx="1" presStyleCnt="4"/>
      <dgm:spPr/>
    </dgm:pt>
    <dgm:pt modelId="{A63E45BC-F4E5-4B42-BF27-95CA7FA41D74}" type="pres">
      <dgm:prSet presAssocID="{765E1313-46C9-4BF0-A9DB-13C6B955BD1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93B43EC-B404-460C-83AD-022679BA5F30}" type="pres">
      <dgm:prSet presAssocID="{765E1313-46C9-4BF0-A9DB-13C6B955BD1A}" presName="spaceRect" presStyleCnt="0"/>
      <dgm:spPr/>
    </dgm:pt>
    <dgm:pt modelId="{640FAE99-9F21-43A2-A64A-C7F4DB29A776}" type="pres">
      <dgm:prSet presAssocID="{765E1313-46C9-4BF0-A9DB-13C6B955BD1A}" presName="textRect" presStyleLbl="revTx" presStyleIdx="1" presStyleCnt="4">
        <dgm:presLayoutVars>
          <dgm:chMax val="1"/>
          <dgm:chPref val="1"/>
        </dgm:presLayoutVars>
      </dgm:prSet>
      <dgm:spPr/>
    </dgm:pt>
    <dgm:pt modelId="{4D5427A9-49EF-4BA7-A89F-45BD9FFDE4A2}" type="pres">
      <dgm:prSet presAssocID="{8D84C6CB-B04E-4BB8-81AB-02C8A5A89909}" presName="sibTrans" presStyleCnt="0"/>
      <dgm:spPr/>
    </dgm:pt>
    <dgm:pt modelId="{EA726E55-B434-4FA0-8CCD-527A4CA1036B}" type="pres">
      <dgm:prSet presAssocID="{05D0236E-FF44-4609-A6F5-CFC8ACC606E0}" presName="compNode" presStyleCnt="0"/>
      <dgm:spPr/>
    </dgm:pt>
    <dgm:pt modelId="{01C7A867-D3F0-4894-ABF1-BFD3BD6A0D06}" type="pres">
      <dgm:prSet presAssocID="{05D0236E-FF44-4609-A6F5-CFC8ACC606E0}" presName="iconBgRect" presStyleLbl="bgShp" presStyleIdx="2" presStyleCnt="4"/>
      <dgm:spPr/>
    </dgm:pt>
    <dgm:pt modelId="{3911458D-F6A2-4416-AB0E-29AD918067CB}" type="pres">
      <dgm:prSet presAssocID="{05D0236E-FF44-4609-A6F5-CFC8ACC606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C848ECF3-848C-4E17-B4B0-412A99196E36}" type="pres">
      <dgm:prSet presAssocID="{05D0236E-FF44-4609-A6F5-CFC8ACC606E0}" presName="spaceRect" presStyleCnt="0"/>
      <dgm:spPr/>
    </dgm:pt>
    <dgm:pt modelId="{B98881BE-AD09-471B-95FF-C8FB2D2F6F45}" type="pres">
      <dgm:prSet presAssocID="{05D0236E-FF44-4609-A6F5-CFC8ACC606E0}" presName="textRect" presStyleLbl="revTx" presStyleIdx="2" presStyleCnt="4">
        <dgm:presLayoutVars>
          <dgm:chMax val="1"/>
          <dgm:chPref val="1"/>
        </dgm:presLayoutVars>
      </dgm:prSet>
      <dgm:spPr/>
    </dgm:pt>
    <dgm:pt modelId="{0BB4AD00-B976-4629-BA2B-FC240ED013F7}" type="pres">
      <dgm:prSet presAssocID="{835DD0D7-0198-4BD3-9006-2AA4D29645B4}" presName="sibTrans" presStyleCnt="0"/>
      <dgm:spPr/>
    </dgm:pt>
    <dgm:pt modelId="{CF290CC4-B0C7-46C1-A41F-95671EE4E87C}" type="pres">
      <dgm:prSet presAssocID="{7B712F2C-E734-4613-AA1B-F29251442D21}" presName="compNode" presStyleCnt="0"/>
      <dgm:spPr/>
    </dgm:pt>
    <dgm:pt modelId="{9F3F72F9-7221-4E1A-8DE6-9F83F09F94D4}" type="pres">
      <dgm:prSet presAssocID="{7B712F2C-E734-4613-AA1B-F29251442D21}" presName="iconBgRect" presStyleLbl="bgShp" presStyleIdx="3" presStyleCnt="4"/>
      <dgm:spPr/>
    </dgm:pt>
    <dgm:pt modelId="{5C4EFD77-0F35-4196-9FF7-2CD0D2F244FC}" type="pres">
      <dgm:prSet presAssocID="{7B712F2C-E734-4613-AA1B-F29251442D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F75688C-1CDA-4935-AC02-7C33CDFFEBE2}" type="pres">
      <dgm:prSet presAssocID="{7B712F2C-E734-4613-AA1B-F29251442D21}" presName="spaceRect" presStyleCnt="0"/>
      <dgm:spPr/>
    </dgm:pt>
    <dgm:pt modelId="{EA2BFED2-B34C-4039-92FA-9B0E952A716F}" type="pres">
      <dgm:prSet presAssocID="{7B712F2C-E734-4613-AA1B-F29251442D2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6712A1D-7CF6-4941-94F0-7BE980294C76}" type="presOf" srcId="{7B312D3C-AAFB-4EF5-A067-1D75DC913B00}" destId="{0D4BC807-8CFC-4DF2-A704-506808616CC1}" srcOrd="0" destOrd="0" presId="urn:microsoft.com/office/officeart/2018/5/layout/IconCircleLabelList"/>
    <dgm:cxn modelId="{006C6427-0934-4899-BFB2-5F023F9FC554}" type="presOf" srcId="{E07B069F-A08D-447D-9FAB-F68E452F4448}" destId="{71BFD16B-1B44-4A4C-B2E9-CF5501DD93C1}" srcOrd="0" destOrd="0" presId="urn:microsoft.com/office/officeart/2018/5/layout/IconCircleLabelList"/>
    <dgm:cxn modelId="{E68CBF33-8937-4F3F-BAFC-41464E92BAB8}" srcId="{E07B069F-A08D-447D-9FAB-F68E452F4448}" destId="{7B712F2C-E734-4613-AA1B-F29251442D21}" srcOrd="3" destOrd="0" parTransId="{A0A7B5C3-6707-4D27-8CF9-FB09E76C6EEA}" sibTransId="{D4A7ABCD-FD12-48E9-AEF7-D1599AA833AB}"/>
    <dgm:cxn modelId="{4D7A2D4C-4828-4F32-B6BA-972D07E09A92}" type="presOf" srcId="{7B712F2C-E734-4613-AA1B-F29251442D21}" destId="{EA2BFED2-B34C-4039-92FA-9B0E952A716F}" srcOrd="0" destOrd="0" presId="urn:microsoft.com/office/officeart/2018/5/layout/IconCircleLabelList"/>
    <dgm:cxn modelId="{60E52152-09B7-44BC-B211-2D9E50317661}" type="presOf" srcId="{765E1313-46C9-4BF0-A9DB-13C6B955BD1A}" destId="{640FAE99-9F21-43A2-A64A-C7F4DB29A776}" srcOrd="0" destOrd="0" presId="urn:microsoft.com/office/officeart/2018/5/layout/IconCircleLabelList"/>
    <dgm:cxn modelId="{5B846A88-A3C0-4DB3-AD77-CBDE2E7A63BC}" srcId="{E07B069F-A08D-447D-9FAB-F68E452F4448}" destId="{7B312D3C-AAFB-4EF5-A067-1D75DC913B00}" srcOrd="0" destOrd="0" parTransId="{FC3824FB-6A85-49F0-82E4-115721E4F003}" sibTransId="{6391E022-E0D5-468B-979F-9FA23665A1F1}"/>
    <dgm:cxn modelId="{03EF8794-0A81-4289-8CAC-D7C5A19B2842}" srcId="{E07B069F-A08D-447D-9FAB-F68E452F4448}" destId="{765E1313-46C9-4BF0-A9DB-13C6B955BD1A}" srcOrd="1" destOrd="0" parTransId="{0CFB5EED-46BC-4C9C-9548-9C77C2A0FB80}" sibTransId="{8D84C6CB-B04E-4BB8-81AB-02C8A5A89909}"/>
    <dgm:cxn modelId="{1525D4F0-8946-423A-BCCE-D0B10367B50E}" type="presOf" srcId="{05D0236E-FF44-4609-A6F5-CFC8ACC606E0}" destId="{B98881BE-AD09-471B-95FF-C8FB2D2F6F45}" srcOrd="0" destOrd="0" presId="urn:microsoft.com/office/officeart/2018/5/layout/IconCircleLabelList"/>
    <dgm:cxn modelId="{98AC75F7-10B3-47CB-BDE3-4789F0F84945}" srcId="{E07B069F-A08D-447D-9FAB-F68E452F4448}" destId="{05D0236E-FF44-4609-A6F5-CFC8ACC606E0}" srcOrd="2" destOrd="0" parTransId="{6C54225B-FB58-459A-8554-720B5C722484}" sibTransId="{835DD0D7-0198-4BD3-9006-2AA4D29645B4}"/>
    <dgm:cxn modelId="{C7DBE3C7-29DB-460A-91D1-5A779FDB79F6}" type="presParOf" srcId="{71BFD16B-1B44-4A4C-B2E9-CF5501DD93C1}" destId="{3CF3133C-0B23-4661-B3BC-CD048494CA19}" srcOrd="0" destOrd="0" presId="urn:microsoft.com/office/officeart/2018/5/layout/IconCircleLabelList"/>
    <dgm:cxn modelId="{8EA32AF9-E7FC-4F38-A0E5-0813AC0956F9}" type="presParOf" srcId="{3CF3133C-0B23-4661-B3BC-CD048494CA19}" destId="{99B8C2F5-1423-4F7C-A40E-C56905FEDE5D}" srcOrd="0" destOrd="0" presId="urn:microsoft.com/office/officeart/2018/5/layout/IconCircleLabelList"/>
    <dgm:cxn modelId="{77928979-6AF4-4F54-9588-A3788848708B}" type="presParOf" srcId="{3CF3133C-0B23-4661-B3BC-CD048494CA19}" destId="{0125C0C6-1DCE-41FE-8D45-4FB56EEEA760}" srcOrd="1" destOrd="0" presId="urn:microsoft.com/office/officeart/2018/5/layout/IconCircleLabelList"/>
    <dgm:cxn modelId="{FE23B52C-1BE8-4754-A69D-DD398DF075B6}" type="presParOf" srcId="{3CF3133C-0B23-4661-B3BC-CD048494CA19}" destId="{B3E89FC7-56D0-4261-BD72-C2C024636DB4}" srcOrd="2" destOrd="0" presId="urn:microsoft.com/office/officeart/2018/5/layout/IconCircleLabelList"/>
    <dgm:cxn modelId="{32178A31-E70F-492F-B94E-A2A85AEC0522}" type="presParOf" srcId="{3CF3133C-0B23-4661-B3BC-CD048494CA19}" destId="{0D4BC807-8CFC-4DF2-A704-506808616CC1}" srcOrd="3" destOrd="0" presId="urn:microsoft.com/office/officeart/2018/5/layout/IconCircleLabelList"/>
    <dgm:cxn modelId="{095EF10F-221D-4F36-A4F8-DCE608C1071A}" type="presParOf" srcId="{71BFD16B-1B44-4A4C-B2E9-CF5501DD93C1}" destId="{FDC79388-EF17-4CB8-A66E-70BF83BDF96E}" srcOrd="1" destOrd="0" presId="urn:microsoft.com/office/officeart/2018/5/layout/IconCircleLabelList"/>
    <dgm:cxn modelId="{64F8E678-AF4E-4681-8446-65D963F6D47B}" type="presParOf" srcId="{71BFD16B-1B44-4A4C-B2E9-CF5501DD93C1}" destId="{3C8B2370-5339-436E-BCFE-36EF57E3180E}" srcOrd="2" destOrd="0" presId="urn:microsoft.com/office/officeart/2018/5/layout/IconCircleLabelList"/>
    <dgm:cxn modelId="{18C8A798-0E18-4C45-9350-CB9B66CF57B0}" type="presParOf" srcId="{3C8B2370-5339-436E-BCFE-36EF57E3180E}" destId="{91BBF069-5273-489B-9E66-C01E40D5C622}" srcOrd="0" destOrd="0" presId="urn:microsoft.com/office/officeart/2018/5/layout/IconCircleLabelList"/>
    <dgm:cxn modelId="{0D91957B-583D-4AAD-AF34-5D8970C52D89}" type="presParOf" srcId="{3C8B2370-5339-436E-BCFE-36EF57E3180E}" destId="{A63E45BC-F4E5-4B42-BF27-95CA7FA41D74}" srcOrd="1" destOrd="0" presId="urn:microsoft.com/office/officeart/2018/5/layout/IconCircleLabelList"/>
    <dgm:cxn modelId="{4FF0E6EE-0405-4FB0-A6C9-8A572D5B6691}" type="presParOf" srcId="{3C8B2370-5339-436E-BCFE-36EF57E3180E}" destId="{693B43EC-B404-460C-83AD-022679BA5F30}" srcOrd="2" destOrd="0" presId="urn:microsoft.com/office/officeart/2018/5/layout/IconCircleLabelList"/>
    <dgm:cxn modelId="{201526CE-894D-44FA-8E40-02CF63713CD8}" type="presParOf" srcId="{3C8B2370-5339-436E-BCFE-36EF57E3180E}" destId="{640FAE99-9F21-43A2-A64A-C7F4DB29A776}" srcOrd="3" destOrd="0" presId="urn:microsoft.com/office/officeart/2018/5/layout/IconCircleLabelList"/>
    <dgm:cxn modelId="{82C27F1A-642D-490D-B091-D6193956A7B0}" type="presParOf" srcId="{71BFD16B-1B44-4A4C-B2E9-CF5501DD93C1}" destId="{4D5427A9-49EF-4BA7-A89F-45BD9FFDE4A2}" srcOrd="3" destOrd="0" presId="urn:microsoft.com/office/officeart/2018/5/layout/IconCircleLabelList"/>
    <dgm:cxn modelId="{558262A6-2A26-4671-B42A-2DE6FC522C07}" type="presParOf" srcId="{71BFD16B-1B44-4A4C-B2E9-CF5501DD93C1}" destId="{EA726E55-B434-4FA0-8CCD-527A4CA1036B}" srcOrd="4" destOrd="0" presId="urn:microsoft.com/office/officeart/2018/5/layout/IconCircleLabelList"/>
    <dgm:cxn modelId="{B317CCB7-719A-4269-A4D5-D2161D4FCB45}" type="presParOf" srcId="{EA726E55-B434-4FA0-8CCD-527A4CA1036B}" destId="{01C7A867-D3F0-4894-ABF1-BFD3BD6A0D06}" srcOrd="0" destOrd="0" presId="urn:microsoft.com/office/officeart/2018/5/layout/IconCircleLabelList"/>
    <dgm:cxn modelId="{2FBF2DC5-DC49-4474-A102-F7EA8D1B84C2}" type="presParOf" srcId="{EA726E55-B434-4FA0-8CCD-527A4CA1036B}" destId="{3911458D-F6A2-4416-AB0E-29AD918067CB}" srcOrd="1" destOrd="0" presId="urn:microsoft.com/office/officeart/2018/5/layout/IconCircleLabelList"/>
    <dgm:cxn modelId="{0EBAB98C-22EB-4C89-8350-2D9F5B0A74C4}" type="presParOf" srcId="{EA726E55-B434-4FA0-8CCD-527A4CA1036B}" destId="{C848ECF3-848C-4E17-B4B0-412A99196E36}" srcOrd="2" destOrd="0" presId="urn:microsoft.com/office/officeart/2018/5/layout/IconCircleLabelList"/>
    <dgm:cxn modelId="{11EA0F94-2133-45BF-AA62-FE301317E42B}" type="presParOf" srcId="{EA726E55-B434-4FA0-8CCD-527A4CA1036B}" destId="{B98881BE-AD09-471B-95FF-C8FB2D2F6F45}" srcOrd="3" destOrd="0" presId="urn:microsoft.com/office/officeart/2018/5/layout/IconCircleLabelList"/>
    <dgm:cxn modelId="{012712A1-FB8B-4C48-AC2A-BC8A7AA1045F}" type="presParOf" srcId="{71BFD16B-1B44-4A4C-B2E9-CF5501DD93C1}" destId="{0BB4AD00-B976-4629-BA2B-FC240ED013F7}" srcOrd="5" destOrd="0" presId="urn:microsoft.com/office/officeart/2018/5/layout/IconCircleLabelList"/>
    <dgm:cxn modelId="{EDA25151-1FD7-4F5A-B5F6-1D8EF3151292}" type="presParOf" srcId="{71BFD16B-1B44-4A4C-B2E9-CF5501DD93C1}" destId="{CF290CC4-B0C7-46C1-A41F-95671EE4E87C}" srcOrd="6" destOrd="0" presId="urn:microsoft.com/office/officeart/2018/5/layout/IconCircleLabelList"/>
    <dgm:cxn modelId="{3D5C10E6-14C6-42E0-AB5C-5649E2E6733C}" type="presParOf" srcId="{CF290CC4-B0C7-46C1-A41F-95671EE4E87C}" destId="{9F3F72F9-7221-4E1A-8DE6-9F83F09F94D4}" srcOrd="0" destOrd="0" presId="urn:microsoft.com/office/officeart/2018/5/layout/IconCircleLabelList"/>
    <dgm:cxn modelId="{6AC71F6F-76FD-4700-9CE6-1B02051C7E1A}" type="presParOf" srcId="{CF290CC4-B0C7-46C1-A41F-95671EE4E87C}" destId="{5C4EFD77-0F35-4196-9FF7-2CD0D2F244FC}" srcOrd="1" destOrd="0" presId="urn:microsoft.com/office/officeart/2018/5/layout/IconCircleLabelList"/>
    <dgm:cxn modelId="{A3AB31C6-0A6F-43DB-BA07-A8B061819F12}" type="presParOf" srcId="{CF290CC4-B0C7-46C1-A41F-95671EE4E87C}" destId="{EF75688C-1CDA-4935-AC02-7C33CDFFEBE2}" srcOrd="2" destOrd="0" presId="urn:microsoft.com/office/officeart/2018/5/layout/IconCircleLabelList"/>
    <dgm:cxn modelId="{3FA9B74D-7B6B-41E8-AF47-8420577C1CC9}" type="presParOf" srcId="{CF290CC4-B0C7-46C1-A41F-95671EE4E87C}" destId="{EA2BFED2-B34C-4039-92FA-9B0E952A716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2E878EE-0B7E-4F02-90A5-C2DB7B211F9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4D19783-D819-4136-A55F-587660AAAEE8}">
      <dgm:prSet/>
      <dgm:spPr/>
      <dgm:t>
        <a:bodyPr/>
        <a:lstStyle/>
        <a:p>
          <a:pPr>
            <a:defRPr cap="all"/>
          </a:pPr>
          <a:r>
            <a:rPr lang="en-US"/>
            <a:t>Wallet balance verification</a:t>
          </a:r>
        </a:p>
      </dgm:t>
    </dgm:pt>
    <dgm:pt modelId="{15A593CD-8F1C-4F00-AF45-217A63BE2A65}" type="parTrans" cxnId="{A8DCDAF2-1E23-42A7-8706-ABF4EBD0B83C}">
      <dgm:prSet/>
      <dgm:spPr/>
      <dgm:t>
        <a:bodyPr/>
        <a:lstStyle/>
        <a:p>
          <a:endParaRPr lang="en-US"/>
        </a:p>
      </dgm:t>
    </dgm:pt>
    <dgm:pt modelId="{99655474-524E-4EAF-BEE9-66F4B7B125ED}" type="sibTrans" cxnId="{A8DCDAF2-1E23-42A7-8706-ABF4EBD0B83C}">
      <dgm:prSet/>
      <dgm:spPr/>
      <dgm:t>
        <a:bodyPr/>
        <a:lstStyle/>
        <a:p>
          <a:endParaRPr lang="en-US"/>
        </a:p>
      </dgm:t>
    </dgm:pt>
    <dgm:pt modelId="{34BCA5A1-EDA4-4F56-AA16-C78DC465A618}">
      <dgm:prSet/>
      <dgm:spPr/>
      <dgm:t>
        <a:bodyPr/>
        <a:lstStyle/>
        <a:p>
          <a:pPr>
            <a:defRPr cap="all"/>
          </a:pPr>
          <a:r>
            <a:rPr lang="en-US"/>
            <a:t>Atomic database transactions</a:t>
          </a:r>
        </a:p>
      </dgm:t>
    </dgm:pt>
    <dgm:pt modelId="{DD3FF53B-556D-428B-AA96-C53D09ACAA88}" type="parTrans" cxnId="{C1ED619D-4707-49A0-868C-758ED8B35DE7}">
      <dgm:prSet/>
      <dgm:spPr/>
      <dgm:t>
        <a:bodyPr/>
        <a:lstStyle/>
        <a:p>
          <a:endParaRPr lang="en-US"/>
        </a:p>
      </dgm:t>
    </dgm:pt>
    <dgm:pt modelId="{8F45F6AD-BE9C-4563-B1B6-8C109103EB22}" type="sibTrans" cxnId="{C1ED619D-4707-49A0-868C-758ED8B35DE7}">
      <dgm:prSet/>
      <dgm:spPr/>
      <dgm:t>
        <a:bodyPr/>
        <a:lstStyle/>
        <a:p>
          <a:endParaRPr lang="en-US"/>
        </a:p>
      </dgm:t>
    </dgm:pt>
    <dgm:pt modelId="{C80DCDE8-559B-4D6D-9913-B6FE0915BD92}">
      <dgm:prSet/>
      <dgm:spPr/>
      <dgm:t>
        <a:bodyPr/>
        <a:lstStyle/>
        <a:p>
          <a:pPr>
            <a:defRPr cap="all"/>
          </a:pPr>
          <a:r>
            <a:rPr lang="en-US"/>
            <a:t>IAM roles &amp; security groups</a:t>
          </a:r>
        </a:p>
      </dgm:t>
    </dgm:pt>
    <dgm:pt modelId="{7831B894-E7F8-4D73-B6EF-0187F93B849E}" type="parTrans" cxnId="{4D70F2C9-07CC-4D1B-9AB5-01FF76DABFFA}">
      <dgm:prSet/>
      <dgm:spPr/>
      <dgm:t>
        <a:bodyPr/>
        <a:lstStyle/>
        <a:p>
          <a:endParaRPr lang="en-US"/>
        </a:p>
      </dgm:t>
    </dgm:pt>
    <dgm:pt modelId="{624AF2FA-CAAC-4408-B7C6-43E7D6ECD1D4}" type="sibTrans" cxnId="{4D70F2C9-07CC-4D1B-9AB5-01FF76DABFFA}">
      <dgm:prSet/>
      <dgm:spPr/>
      <dgm:t>
        <a:bodyPr/>
        <a:lstStyle/>
        <a:p>
          <a:endParaRPr lang="en-US"/>
        </a:p>
      </dgm:t>
    </dgm:pt>
    <dgm:pt modelId="{E37C6816-5739-4BD9-9511-660FD0D62F72}">
      <dgm:prSet/>
      <dgm:spPr/>
      <dgm:t>
        <a:bodyPr/>
        <a:lstStyle/>
        <a:p>
          <a:pPr>
            <a:defRPr cap="all"/>
          </a:pPr>
          <a:r>
            <a:rPr lang="en-US"/>
            <a:t>No direct DB public access</a:t>
          </a:r>
        </a:p>
      </dgm:t>
    </dgm:pt>
    <dgm:pt modelId="{DE23B0C6-812A-4BD6-AD41-24D448468686}" type="parTrans" cxnId="{2ADF551C-29ED-40BA-AC9B-CCD807AA2447}">
      <dgm:prSet/>
      <dgm:spPr/>
      <dgm:t>
        <a:bodyPr/>
        <a:lstStyle/>
        <a:p>
          <a:endParaRPr lang="en-US"/>
        </a:p>
      </dgm:t>
    </dgm:pt>
    <dgm:pt modelId="{E8101EA9-BED3-43FB-B623-B11EFA4EF614}" type="sibTrans" cxnId="{2ADF551C-29ED-40BA-AC9B-CCD807AA2447}">
      <dgm:prSet/>
      <dgm:spPr/>
      <dgm:t>
        <a:bodyPr/>
        <a:lstStyle/>
        <a:p>
          <a:endParaRPr lang="en-US"/>
        </a:p>
      </dgm:t>
    </dgm:pt>
    <dgm:pt modelId="{C9B4140F-B99A-49EF-832F-D2E72EDDD2E3}" type="pres">
      <dgm:prSet presAssocID="{82E878EE-0B7E-4F02-90A5-C2DB7B211F97}" presName="root" presStyleCnt="0">
        <dgm:presLayoutVars>
          <dgm:dir/>
          <dgm:resizeHandles val="exact"/>
        </dgm:presLayoutVars>
      </dgm:prSet>
      <dgm:spPr/>
    </dgm:pt>
    <dgm:pt modelId="{DD7AC604-4F85-493B-A2FA-33116E77DDA5}" type="pres">
      <dgm:prSet presAssocID="{A4D19783-D819-4136-A55F-587660AAAEE8}" presName="compNode" presStyleCnt="0"/>
      <dgm:spPr/>
    </dgm:pt>
    <dgm:pt modelId="{74D852B1-FDD6-4406-8356-C823247BFA7D}" type="pres">
      <dgm:prSet presAssocID="{A4D19783-D819-4136-A55F-587660AAAEE8}" presName="iconBgRect" presStyleLbl="bgShp" presStyleIdx="0" presStyleCnt="4"/>
      <dgm:spPr/>
    </dgm:pt>
    <dgm:pt modelId="{92B17184-E030-4445-A3BD-B04EC5393C77}" type="pres">
      <dgm:prSet presAssocID="{A4D19783-D819-4136-A55F-587660AAAE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C8CA9455-423A-4262-BA8F-CB492D284819}" type="pres">
      <dgm:prSet presAssocID="{A4D19783-D819-4136-A55F-587660AAAEE8}" presName="spaceRect" presStyleCnt="0"/>
      <dgm:spPr/>
    </dgm:pt>
    <dgm:pt modelId="{4FCE2012-8BA6-4E88-BAEC-CF64799A1B14}" type="pres">
      <dgm:prSet presAssocID="{A4D19783-D819-4136-A55F-587660AAAEE8}" presName="textRect" presStyleLbl="revTx" presStyleIdx="0" presStyleCnt="4">
        <dgm:presLayoutVars>
          <dgm:chMax val="1"/>
          <dgm:chPref val="1"/>
        </dgm:presLayoutVars>
      </dgm:prSet>
      <dgm:spPr/>
    </dgm:pt>
    <dgm:pt modelId="{8F65A4EA-FD30-457F-BDCD-AFB8F336CE81}" type="pres">
      <dgm:prSet presAssocID="{99655474-524E-4EAF-BEE9-66F4B7B125ED}" presName="sibTrans" presStyleCnt="0"/>
      <dgm:spPr/>
    </dgm:pt>
    <dgm:pt modelId="{BF181650-0B61-421F-A22A-5BCB8056A250}" type="pres">
      <dgm:prSet presAssocID="{34BCA5A1-EDA4-4F56-AA16-C78DC465A618}" presName="compNode" presStyleCnt="0"/>
      <dgm:spPr/>
    </dgm:pt>
    <dgm:pt modelId="{8635BCB4-AFA7-4AB4-8B75-F56C3C6E37C8}" type="pres">
      <dgm:prSet presAssocID="{34BCA5A1-EDA4-4F56-AA16-C78DC465A618}" presName="iconBgRect" presStyleLbl="bgShp" presStyleIdx="1" presStyleCnt="4"/>
      <dgm:spPr/>
    </dgm:pt>
    <dgm:pt modelId="{96F3B615-3274-4EE7-B66B-109EB989F8C7}" type="pres">
      <dgm:prSet presAssocID="{34BCA5A1-EDA4-4F56-AA16-C78DC465A6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DF906C2-322F-45E0-87D2-0FD5F357637B}" type="pres">
      <dgm:prSet presAssocID="{34BCA5A1-EDA4-4F56-AA16-C78DC465A618}" presName="spaceRect" presStyleCnt="0"/>
      <dgm:spPr/>
    </dgm:pt>
    <dgm:pt modelId="{C4009088-92E2-481D-B737-B17155159365}" type="pres">
      <dgm:prSet presAssocID="{34BCA5A1-EDA4-4F56-AA16-C78DC465A618}" presName="textRect" presStyleLbl="revTx" presStyleIdx="1" presStyleCnt="4">
        <dgm:presLayoutVars>
          <dgm:chMax val="1"/>
          <dgm:chPref val="1"/>
        </dgm:presLayoutVars>
      </dgm:prSet>
      <dgm:spPr/>
    </dgm:pt>
    <dgm:pt modelId="{179C0978-4E01-4899-B402-F914BF2C66D3}" type="pres">
      <dgm:prSet presAssocID="{8F45F6AD-BE9C-4563-B1B6-8C109103EB22}" presName="sibTrans" presStyleCnt="0"/>
      <dgm:spPr/>
    </dgm:pt>
    <dgm:pt modelId="{C498DB37-F20F-4B49-8C60-6E4B115E3E12}" type="pres">
      <dgm:prSet presAssocID="{C80DCDE8-559B-4D6D-9913-B6FE0915BD92}" presName="compNode" presStyleCnt="0"/>
      <dgm:spPr/>
    </dgm:pt>
    <dgm:pt modelId="{7FD91E61-5214-4CD1-A270-34D240CEE5A8}" type="pres">
      <dgm:prSet presAssocID="{C80DCDE8-559B-4D6D-9913-B6FE0915BD92}" presName="iconBgRect" presStyleLbl="bgShp" presStyleIdx="2" presStyleCnt="4"/>
      <dgm:spPr/>
    </dgm:pt>
    <dgm:pt modelId="{1300939B-AC33-4C73-9C9E-D0A161952542}" type="pres">
      <dgm:prSet presAssocID="{C80DCDE8-559B-4D6D-9913-B6FE0915BD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12A087B-B0E9-4D0F-9BCB-CCFA5DCD4CE1}" type="pres">
      <dgm:prSet presAssocID="{C80DCDE8-559B-4D6D-9913-B6FE0915BD92}" presName="spaceRect" presStyleCnt="0"/>
      <dgm:spPr/>
    </dgm:pt>
    <dgm:pt modelId="{5B472879-ED0A-4CD3-A87D-7BBAB7E65F57}" type="pres">
      <dgm:prSet presAssocID="{C80DCDE8-559B-4D6D-9913-B6FE0915BD92}" presName="textRect" presStyleLbl="revTx" presStyleIdx="2" presStyleCnt="4">
        <dgm:presLayoutVars>
          <dgm:chMax val="1"/>
          <dgm:chPref val="1"/>
        </dgm:presLayoutVars>
      </dgm:prSet>
      <dgm:spPr/>
    </dgm:pt>
    <dgm:pt modelId="{DFCAAC99-1DA6-40DB-A30B-055DD2099928}" type="pres">
      <dgm:prSet presAssocID="{624AF2FA-CAAC-4408-B7C6-43E7D6ECD1D4}" presName="sibTrans" presStyleCnt="0"/>
      <dgm:spPr/>
    </dgm:pt>
    <dgm:pt modelId="{DD8136C5-C2FB-4DB8-BA3C-CC66CFD7F8A0}" type="pres">
      <dgm:prSet presAssocID="{E37C6816-5739-4BD9-9511-660FD0D62F72}" presName="compNode" presStyleCnt="0"/>
      <dgm:spPr/>
    </dgm:pt>
    <dgm:pt modelId="{720E1D3E-BBF5-428E-92B2-A3D0B3A71046}" type="pres">
      <dgm:prSet presAssocID="{E37C6816-5739-4BD9-9511-660FD0D62F72}" presName="iconBgRect" presStyleLbl="bgShp" presStyleIdx="3" presStyleCnt="4"/>
      <dgm:spPr/>
    </dgm:pt>
    <dgm:pt modelId="{623C13FF-82F7-4152-ACE0-431181548437}" type="pres">
      <dgm:prSet presAssocID="{E37C6816-5739-4BD9-9511-660FD0D62F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A3A0FFB-12D0-4998-86E6-978D149DF338}" type="pres">
      <dgm:prSet presAssocID="{E37C6816-5739-4BD9-9511-660FD0D62F72}" presName="spaceRect" presStyleCnt="0"/>
      <dgm:spPr/>
    </dgm:pt>
    <dgm:pt modelId="{A31989F7-BA71-41AF-B369-A4B2641064DB}" type="pres">
      <dgm:prSet presAssocID="{E37C6816-5739-4BD9-9511-660FD0D62F7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2550800-D58A-46DC-887E-7AA0680BA1D4}" type="presOf" srcId="{A4D19783-D819-4136-A55F-587660AAAEE8}" destId="{4FCE2012-8BA6-4E88-BAEC-CF64799A1B14}" srcOrd="0" destOrd="0" presId="urn:microsoft.com/office/officeart/2018/5/layout/IconCircleLabelList"/>
    <dgm:cxn modelId="{C70F2904-EDE3-48B4-9914-36ADA080CC16}" type="presOf" srcId="{E37C6816-5739-4BD9-9511-660FD0D62F72}" destId="{A31989F7-BA71-41AF-B369-A4B2641064DB}" srcOrd="0" destOrd="0" presId="urn:microsoft.com/office/officeart/2018/5/layout/IconCircleLabelList"/>
    <dgm:cxn modelId="{2ADF551C-29ED-40BA-AC9B-CCD807AA2447}" srcId="{82E878EE-0B7E-4F02-90A5-C2DB7B211F97}" destId="{E37C6816-5739-4BD9-9511-660FD0D62F72}" srcOrd="3" destOrd="0" parTransId="{DE23B0C6-812A-4BD6-AD41-24D448468686}" sibTransId="{E8101EA9-BED3-43FB-B623-B11EFA4EF614}"/>
    <dgm:cxn modelId="{6A9F0325-D615-430C-A2D4-CFF9FB778985}" type="presOf" srcId="{34BCA5A1-EDA4-4F56-AA16-C78DC465A618}" destId="{C4009088-92E2-481D-B737-B17155159365}" srcOrd="0" destOrd="0" presId="urn:microsoft.com/office/officeart/2018/5/layout/IconCircleLabelList"/>
    <dgm:cxn modelId="{C0D33D2A-7BE7-4BFD-B750-7B732657EA99}" type="presOf" srcId="{82E878EE-0B7E-4F02-90A5-C2DB7B211F97}" destId="{C9B4140F-B99A-49EF-832F-D2E72EDDD2E3}" srcOrd="0" destOrd="0" presId="urn:microsoft.com/office/officeart/2018/5/layout/IconCircleLabelList"/>
    <dgm:cxn modelId="{A6DA0755-D890-4E61-AB67-77C953498527}" type="presOf" srcId="{C80DCDE8-559B-4D6D-9913-B6FE0915BD92}" destId="{5B472879-ED0A-4CD3-A87D-7BBAB7E65F57}" srcOrd="0" destOrd="0" presId="urn:microsoft.com/office/officeart/2018/5/layout/IconCircleLabelList"/>
    <dgm:cxn modelId="{C1ED619D-4707-49A0-868C-758ED8B35DE7}" srcId="{82E878EE-0B7E-4F02-90A5-C2DB7B211F97}" destId="{34BCA5A1-EDA4-4F56-AA16-C78DC465A618}" srcOrd="1" destOrd="0" parTransId="{DD3FF53B-556D-428B-AA96-C53D09ACAA88}" sibTransId="{8F45F6AD-BE9C-4563-B1B6-8C109103EB22}"/>
    <dgm:cxn modelId="{4D70F2C9-07CC-4D1B-9AB5-01FF76DABFFA}" srcId="{82E878EE-0B7E-4F02-90A5-C2DB7B211F97}" destId="{C80DCDE8-559B-4D6D-9913-B6FE0915BD92}" srcOrd="2" destOrd="0" parTransId="{7831B894-E7F8-4D73-B6EF-0187F93B849E}" sibTransId="{624AF2FA-CAAC-4408-B7C6-43E7D6ECD1D4}"/>
    <dgm:cxn modelId="{A8DCDAF2-1E23-42A7-8706-ABF4EBD0B83C}" srcId="{82E878EE-0B7E-4F02-90A5-C2DB7B211F97}" destId="{A4D19783-D819-4136-A55F-587660AAAEE8}" srcOrd="0" destOrd="0" parTransId="{15A593CD-8F1C-4F00-AF45-217A63BE2A65}" sibTransId="{99655474-524E-4EAF-BEE9-66F4B7B125ED}"/>
    <dgm:cxn modelId="{7FC64469-C254-40F7-B7D0-1B6B0865875F}" type="presParOf" srcId="{C9B4140F-B99A-49EF-832F-D2E72EDDD2E3}" destId="{DD7AC604-4F85-493B-A2FA-33116E77DDA5}" srcOrd="0" destOrd="0" presId="urn:microsoft.com/office/officeart/2018/5/layout/IconCircleLabelList"/>
    <dgm:cxn modelId="{8B00298F-F22B-4DC7-8CCD-7857EE4E5C74}" type="presParOf" srcId="{DD7AC604-4F85-493B-A2FA-33116E77DDA5}" destId="{74D852B1-FDD6-4406-8356-C823247BFA7D}" srcOrd="0" destOrd="0" presId="urn:microsoft.com/office/officeart/2018/5/layout/IconCircleLabelList"/>
    <dgm:cxn modelId="{7C1F6C97-861B-4068-98C1-88DC39D1B1CD}" type="presParOf" srcId="{DD7AC604-4F85-493B-A2FA-33116E77DDA5}" destId="{92B17184-E030-4445-A3BD-B04EC5393C77}" srcOrd="1" destOrd="0" presId="urn:microsoft.com/office/officeart/2018/5/layout/IconCircleLabelList"/>
    <dgm:cxn modelId="{0CED42ED-FEF5-4A32-B343-8ADB7B79C37A}" type="presParOf" srcId="{DD7AC604-4F85-493B-A2FA-33116E77DDA5}" destId="{C8CA9455-423A-4262-BA8F-CB492D284819}" srcOrd="2" destOrd="0" presId="urn:microsoft.com/office/officeart/2018/5/layout/IconCircleLabelList"/>
    <dgm:cxn modelId="{221A4957-1512-40C3-9742-4C9033A9A366}" type="presParOf" srcId="{DD7AC604-4F85-493B-A2FA-33116E77DDA5}" destId="{4FCE2012-8BA6-4E88-BAEC-CF64799A1B14}" srcOrd="3" destOrd="0" presId="urn:microsoft.com/office/officeart/2018/5/layout/IconCircleLabelList"/>
    <dgm:cxn modelId="{4BA2AC1A-CA26-40ED-B741-E827B83C2FBB}" type="presParOf" srcId="{C9B4140F-B99A-49EF-832F-D2E72EDDD2E3}" destId="{8F65A4EA-FD30-457F-BDCD-AFB8F336CE81}" srcOrd="1" destOrd="0" presId="urn:microsoft.com/office/officeart/2018/5/layout/IconCircleLabelList"/>
    <dgm:cxn modelId="{A21CD15F-1DFC-43E1-ACC8-1607BD30DD47}" type="presParOf" srcId="{C9B4140F-B99A-49EF-832F-D2E72EDDD2E3}" destId="{BF181650-0B61-421F-A22A-5BCB8056A250}" srcOrd="2" destOrd="0" presId="urn:microsoft.com/office/officeart/2018/5/layout/IconCircleLabelList"/>
    <dgm:cxn modelId="{AA2F3C68-0334-4E01-A539-EFC16B190D7E}" type="presParOf" srcId="{BF181650-0B61-421F-A22A-5BCB8056A250}" destId="{8635BCB4-AFA7-4AB4-8B75-F56C3C6E37C8}" srcOrd="0" destOrd="0" presId="urn:microsoft.com/office/officeart/2018/5/layout/IconCircleLabelList"/>
    <dgm:cxn modelId="{C84A7544-E507-4406-AA6C-1549C7EFA260}" type="presParOf" srcId="{BF181650-0B61-421F-A22A-5BCB8056A250}" destId="{96F3B615-3274-4EE7-B66B-109EB989F8C7}" srcOrd="1" destOrd="0" presId="urn:microsoft.com/office/officeart/2018/5/layout/IconCircleLabelList"/>
    <dgm:cxn modelId="{516AE005-35AA-4B5F-B7CE-36FCD7E68043}" type="presParOf" srcId="{BF181650-0B61-421F-A22A-5BCB8056A250}" destId="{5DF906C2-322F-45E0-87D2-0FD5F357637B}" srcOrd="2" destOrd="0" presId="urn:microsoft.com/office/officeart/2018/5/layout/IconCircleLabelList"/>
    <dgm:cxn modelId="{A1FE5F21-C4BD-4347-8A4B-0E9F9CB05DA2}" type="presParOf" srcId="{BF181650-0B61-421F-A22A-5BCB8056A250}" destId="{C4009088-92E2-481D-B737-B17155159365}" srcOrd="3" destOrd="0" presId="urn:microsoft.com/office/officeart/2018/5/layout/IconCircleLabelList"/>
    <dgm:cxn modelId="{8151A216-0EC0-4B6D-9BE5-4DFA301E89BD}" type="presParOf" srcId="{C9B4140F-B99A-49EF-832F-D2E72EDDD2E3}" destId="{179C0978-4E01-4899-B402-F914BF2C66D3}" srcOrd="3" destOrd="0" presId="urn:microsoft.com/office/officeart/2018/5/layout/IconCircleLabelList"/>
    <dgm:cxn modelId="{314B036D-D6F7-4DEF-9909-45B631D7BEE8}" type="presParOf" srcId="{C9B4140F-B99A-49EF-832F-D2E72EDDD2E3}" destId="{C498DB37-F20F-4B49-8C60-6E4B115E3E12}" srcOrd="4" destOrd="0" presId="urn:microsoft.com/office/officeart/2018/5/layout/IconCircleLabelList"/>
    <dgm:cxn modelId="{9FF501CD-EA09-4CE0-9DEA-21DE43E8EE34}" type="presParOf" srcId="{C498DB37-F20F-4B49-8C60-6E4B115E3E12}" destId="{7FD91E61-5214-4CD1-A270-34D240CEE5A8}" srcOrd="0" destOrd="0" presId="urn:microsoft.com/office/officeart/2018/5/layout/IconCircleLabelList"/>
    <dgm:cxn modelId="{2E0CEC88-2B41-4573-8FCA-2A0E4775C237}" type="presParOf" srcId="{C498DB37-F20F-4B49-8C60-6E4B115E3E12}" destId="{1300939B-AC33-4C73-9C9E-D0A161952542}" srcOrd="1" destOrd="0" presId="urn:microsoft.com/office/officeart/2018/5/layout/IconCircleLabelList"/>
    <dgm:cxn modelId="{4F929A20-9022-48A8-95DB-DFEE8D5C216F}" type="presParOf" srcId="{C498DB37-F20F-4B49-8C60-6E4B115E3E12}" destId="{A12A087B-B0E9-4D0F-9BCB-CCFA5DCD4CE1}" srcOrd="2" destOrd="0" presId="urn:microsoft.com/office/officeart/2018/5/layout/IconCircleLabelList"/>
    <dgm:cxn modelId="{4BEC8735-9B82-4C42-B52B-AC19888196EC}" type="presParOf" srcId="{C498DB37-F20F-4B49-8C60-6E4B115E3E12}" destId="{5B472879-ED0A-4CD3-A87D-7BBAB7E65F57}" srcOrd="3" destOrd="0" presId="urn:microsoft.com/office/officeart/2018/5/layout/IconCircleLabelList"/>
    <dgm:cxn modelId="{FF6E2DE5-1EA1-424F-B34E-4CB9A4F51EDA}" type="presParOf" srcId="{C9B4140F-B99A-49EF-832F-D2E72EDDD2E3}" destId="{DFCAAC99-1DA6-40DB-A30B-055DD2099928}" srcOrd="5" destOrd="0" presId="urn:microsoft.com/office/officeart/2018/5/layout/IconCircleLabelList"/>
    <dgm:cxn modelId="{B68F39A4-B1D5-4E25-8079-C3B6C3F34A58}" type="presParOf" srcId="{C9B4140F-B99A-49EF-832F-D2E72EDDD2E3}" destId="{DD8136C5-C2FB-4DB8-BA3C-CC66CFD7F8A0}" srcOrd="6" destOrd="0" presId="urn:microsoft.com/office/officeart/2018/5/layout/IconCircleLabelList"/>
    <dgm:cxn modelId="{79733B0D-5433-4502-801F-401C42B15E6D}" type="presParOf" srcId="{DD8136C5-C2FB-4DB8-BA3C-CC66CFD7F8A0}" destId="{720E1D3E-BBF5-428E-92B2-A3D0B3A71046}" srcOrd="0" destOrd="0" presId="urn:microsoft.com/office/officeart/2018/5/layout/IconCircleLabelList"/>
    <dgm:cxn modelId="{1BAB90E6-7C58-4D69-BB59-E5DB6A8CE3C8}" type="presParOf" srcId="{DD8136C5-C2FB-4DB8-BA3C-CC66CFD7F8A0}" destId="{623C13FF-82F7-4152-ACE0-431181548437}" srcOrd="1" destOrd="0" presId="urn:microsoft.com/office/officeart/2018/5/layout/IconCircleLabelList"/>
    <dgm:cxn modelId="{683EB0C9-B766-4AA0-9863-176D7D6AFA28}" type="presParOf" srcId="{DD8136C5-C2FB-4DB8-BA3C-CC66CFD7F8A0}" destId="{3A3A0FFB-12D0-4998-86E6-978D149DF338}" srcOrd="2" destOrd="0" presId="urn:microsoft.com/office/officeart/2018/5/layout/IconCircleLabelList"/>
    <dgm:cxn modelId="{ACEED14B-970B-46E4-BD19-C688F47E1C38}" type="presParOf" srcId="{DD8136C5-C2FB-4DB8-BA3C-CC66CFD7F8A0}" destId="{A31989F7-BA71-41AF-B369-A4B2641064D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669380E-E315-4803-8F23-D4939EE5FD9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73766A-B57F-4285-8540-4AAA4EA7212F}">
      <dgm:prSet/>
      <dgm:spPr/>
      <dgm:t>
        <a:bodyPr/>
        <a:lstStyle/>
        <a:p>
          <a:r>
            <a:rPr lang="en-US"/>
            <a:t>IAM configuration</a:t>
          </a:r>
        </a:p>
      </dgm:t>
    </dgm:pt>
    <dgm:pt modelId="{7DEF133D-6156-4E62-819B-9A4DC6F725B5}" type="parTrans" cxnId="{4F094B2A-F053-4955-AECC-0EFBB5E067A5}">
      <dgm:prSet/>
      <dgm:spPr/>
      <dgm:t>
        <a:bodyPr/>
        <a:lstStyle/>
        <a:p>
          <a:endParaRPr lang="en-US"/>
        </a:p>
      </dgm:t>
    </dgm:pt>
    <dgm:pt modelId="{83062A73-61E3-4A3D-828C-E286EC16C17A}" type="sibTrans" cxnId="{4F094B2A-F053-4955-AECC-0EFBB5E067A5}">
      <dgm:prSet/>
      <dgm:spPr/>
      <dgm:t>
        <a:bodyPr/>
        <a:lstStyle/>
        <a:p>
          <a:endParaRPr lang="en-US"/>
        </a:p>
      </dgm:t>
    </dgm:pt>
    <dgm:pt modelId="{3AC2ED7C-75BA-43E1-84BE-3B4A04A91397}">
      <dgm:prSet/>
      <dgm:spPr/>
      <dgm:t>
        <a:bodyPr/>
        <a:lstStyle/>
        <a:p>
          <a:r>
            <a:rPr lang="en-US"/>
            <a:t>EC2 &amp; ALB setup</a:t>
          </a:r>
        </a:p>
      </dgm:t>
    </dgm:pt>
    <dgm:pt modelId="{374046C8-0857-4A71-8C55-F2C03B78AA0C}" type="parTrans" cxnId="{E0EB7A96-0258-43FB-B682-BBAFB3120A76}">
      <dgm:prSet/>
      <dgm:spPr/>
      <dgm:t>
        <a:bodyPr/>
        <a:lstStyle/>
        <a:p>
          <a:endParaRPr lang="en-US"/>
        </a:p>
      </dgm:t>
    </dgm:pt>
    <dgm:pt modelId="{2A5D8B32-FD88-4951-89B8-007D64E88B9B}" type="sibTrans" cxnId="{E0EB7A96-0258-43FB-B682-BBAFB3120A76}">
      <dgm:prSet/>
      <dgm:spPr/>
      <dgm:t>
        <a:bodyPr/>
        <a:lstStyle/>
        <a:p>
          <a:endParaRPr lang="en-US"/>
        </a:p>
      </dgm:t>
    </dgm:pt>
    <dgm:pt modelId="{F73E5918-1000-4425-BA23-0318F826C09D}">
      <dgm:prSet/>
      <dgm:spPr/>
      <dgm:t>
        <a:bodyPr/>
        <a:lstStyle/>
        <a:p>
          <a:r>
            <a:rPr lang="en-US"/>
            <a:t>RDS &amp; Redis configuration</a:t>
          </a:r>
        </a:p>
      </dgm:t>
    </dgm:pt>
    <dgm:pt modelId="{C8CD60FD-2F2E-41FA-AC7E-108382B8AE0E}" type="parTrans" cxnId="{5631A68D-FA1F-43AB-96F3-02C198C441F1}">
      <dgm:prSet/>
      <dgm:spPr/>
      <dgm:t>
        <a:bodyPr/>
        <a:lstStyle/>
        <a:p>
          <a:endParaRPr lang="en-US"/>
        </a:p>
      </dgm:t>
    </dgm:pt>
    <dgm:pt modelId="{8CA56A0B-4B56-4258-8929-274E5B6C73AB}" type="sibTrans" cxnId="{5631A68D-FA1F-43AB-96F3-02C198C441F1}">
      <dgm:prSet/>
      <dgm:spPr/>
      <dgm:t>
        <a:bodyPr/>
        <a:lstStyle/>
        <a:p>
          <a:endParaRPr lang="en-US"/>
        </a:p>
      </dgm:t>
    </dgm:pt>
    <dgm:pt modelId="{F49F0ED3-70A3-49CA-8DB3-35AD4FDC3CF7}">
      <dgm:prSet/>
      <dgm:spPr/>
      <dgm:t>
        <a:bodyPr/>
        <a:lstStyle/>
        <a:p>
          <a:r>
            <a:rPr lang="en-US"/>
            <a:t>Backend deployment</a:t>
          </a:r>
        </a:p>
      </dgm:t>
    </dgm:pt>
    <dgm:pt modelId="{A3C71DF5-BE4E-4CF2-977E-952F7CBEA769}" type="parTrans" cxnId="{53A98EB2-1A36-418E-8895-937EA18D22CB}">
      <dgm:prSet/>
      <dgm:spPr/>
      <dgm:t>
        <a:bodyPr/>
        <a:lstStyle/>
        <a:p>
          <a:endParaRPr lang="en-US"/>
        </a:p>
      </dgm:t>
    </dgm:pt>
    <dgm:pt modelId="{E8940942-4B23-47BD-A5F3-688475480198}" type="sibTrans" cxnId="{53A98EB2-1A36-418E-8895-937EA18D22CB}">
      <dgm:prSet/>
      <dgm:spPr/>
      <dgm:t>
        <a:bodyPr/>
        <a:lstStyle/>
        <a:p>
          <a:endParaRPr lang="en-US"/>
        </a:p>
      </dgm:t>
    </dgm:pt>
    <dgm:pt modelId="{8AD41F68-02E4-4624-9F57-8113A4DE2354}" type="pres">
      <dgm:prSet presAssocID="{E669380E-E315-4803-8F23-D4939EE5FD99}" presName="outerComposite" presStyleCnt="0">
        <dgm:presLayoutVars>
          <dgm:chMax val="5"/>
          <dgm:dir/>
          <dgm:resizeHandles val="exact"/>
        </dgm:presLayoutVars>
      </dgm:prSet>
      <dgm:spPr/>
    </dgm:pt>
    <dgm:pt modelId="{FE054F84-B161-49C6-80FD-55B481473A64}" type="pres">
      <dgm:prSet presAssocID="{E669380E-E315-4803-8F23-D4939EE5FD99}" presName="dummyMaxCanvas" presStyleCnt="0">
        <dgm:presLayoutVars/>
      </dgm:prSet>
      <dgm:spPr/>
    </dgm:pt>
    <dgm:pt modelId="{95D8FB74-C9FA-437D-9232-67A88954CB45}" type="pres">
      <dgm:prSet presAssocID="{E669380E-E315-4803-8F23-D4939EE5FD99}" presName="FourNodes_1" presStyleLbl="node1" presStyleIdx="0" presStyleCnt="4">
        <dgm:presLayoutVars>
          <dgm:bulletEnabled val="1"/>
        </dgm:presLayoutVars>
      </dgm:prSet>
      <dgm:spPr/>
    </dgm:pt>
    <dgm:pt modelId="{C0373ECC-A52D-4C52-9A64-613D926CEE8C}" type="pres">
      <dgm:prSet presAssocID="{E669380E-E315-4803-8F23-D4939EE5FD99}" presName="FourNodes_2" presStyleLbl="node1" presStyleIdx="1" presStyleCnt="4">
        <dgm:presLayoutVars>
          <dgm:bulletEnabled val="1"/>
        </dgm:presLayoutVars>
      </dgm:prSet>
      <dgm:spPr/>
    </dgm:pt>
    <dgm:pt modelId="{566034E8-E4E6-4470-9C97-ABC1E7F9C154}" type="pres">
      <dgm:prSet presAssocID="{E669380E-E315-4803-8F23-D4939EE5FD99}" presName="FourNodes_3" presStyleLbl="node1" presStyleIdx="2" presStyleCnt="4">
        <dgm:presLayoutVars>
          <dgm:bulletEnabled val="1"/>
        </dgm:presLayoutVars>
      </dgm:prSet>
      <dgm:spPr/>
    </dgm:pt>
    <dgm:pt modelId="{4B131A98-5472-4725-A09F-CC77CF5D7FCE}" type="pres">
      <dgm:prSet presAssocID="{E669380E-E315-4803-8F23-D4939EE5FD99}" presName="FourNodes_4" presStyleLbl="node1" presStyleIdx="3" presStyleCnt="4">
        <dgm:presLayoutVars>
          <dgm:bulletEnabled val="1"/>
        </dgm:presLayoutVars>
      </dgm:prSet>
      <dgm:spPr/>
    </dgm:pt>
    <dgm:pt modelId="{B5EDA2EA-35EB-4B08-AFB7-FFFB512D84FB}" type="pres">
      <dgm:prSet presAssocID="{E669380E-E315-4803-8F23-D4939EE5FD99}" presName="FourConn_1-2" presStyleLbl="fgAccFollowNode1" presStyleIdx="0" presStyleCnt="3">
        <dgm:presLayoutVars>
          <dgm:bulletEnabled val="1"/>
        </dgm:presLayoutVars>
      </dgm:prSet>
      <dgm:spPr/>
    </dgm:pt>
    <dgm:pt modelId="{DBFF751C-0064-40B6-960C-72E0CEADF878}" type="pres">
      <dgm:prSet presAssocID="{E669380E-E315-4803-8F23-D4939EE5FD99}" presName="FourConn_2-3" presStyleLbl="fgAccFollowNode1" presStyleIdx="1" presStyleCnt="3">
        <dgm:presLayoutVars>
          <dgm:bulletEnabled val="1"/>
        </dgm:presLayoutVars>
      </dgm:prSet>
      <dgm:spPr/>
    </dgm:pt>
    <dgm:pt modelId="{541E2A4E-C649-4200-93AF-998267E7F8CF}" type="pres">
      <dgm:prSet presAssocID="{E669380E-E315-4803-8F23-D4939EE5FD99}" presName="FourConn_3-4" presStyleLbl="fgAccFollowNode1" presStyleIdx="2" presStyleCnt="3">
        <dgm:presLayoutVars>
          <dgm:bulletEnabled val="1"/>
        </dgm:presLayoutVars>
      </dgm:prSet>
      <dgm:spPr/>
    </dgm:pt>
    <dgm:pt modelId="{53DE373F-C56B-4D49-AE39-2C68CB1D5339}" type="pres">
      <dgm:prSet presAssocID="{E669380E-E315-4803-8F23-D4939EE5FD99}" presName="FourNodes_1_text" presStyleLbl="node1" presStyleIdx="3" presStyleCnt="4">
        <dgm:presLayoutVars>
          <dgm:bulletEnabled val="1"/>
        </dgm:presLayoutVars>
      </dgm:prSet>
      <dgm:spPr/>
    </dgm:pt>
    <dgm:pt modelId="{62A1252D-C3BC-41C6-ABD6-CD2572F1A678}" type="pres">
      <dgm:prSet presAssocID="{E669380E-E315-4803-8F23-D4939EE5FD99}" presName="FourNodes_2_text" presStyleLbl="node1" presStyleIdx="3" presStyleCnt="4">
        <dgm:presLayoutVars>
          <dgm:bulletEnabled val="1"/>
        </dgm:presLayoutVars>
      </dgm:prSet>
      <dgm:spPr/>
    </dgm:pt>
    <dgm:pt modelId="{3115D3CA-D6E4-4B5D-8BA2-C7AC5E1DB121}" type="pres">
      <dgm:prSet presAssocID="{E669380E-E315-4803-8F23-D4939EE5FD99}" presName="FourNodes_3_text" presStyleLbl="node1" presStyleIdx="3" presStyleCnt="4">
        <dgm:presLayoutVars>
          <dgm:bulletEnabled val="1"/>
        </dgm:presLayoutVars>
      </dgm:prSet>
      <dgm:spPr/>
    </dgm:pt>
    <dgm:pt modelId="{FAE0BCE0-35DC-4CA5-8334-FE40AEBC9159}" type="pres">
      <dgm:prSet presAssocID="{E669380E-E315-4803-8F23-D4939EE5FD9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F00D311-FA44-44F6-B93C-F9801C1C0528}" type="presOf" srcId="{F73E5918-1000-4425-BA23-0318F826C09D}" destId="{566034E8-E4E6-4470-9C97-ABC1E7F9C154}" srcOrd="0" destOrd="0" presId="urn:microsoft.com/office/officeart/2005/8/layout/vProcess5"/>
    <dgm:cxn modelId="{08FE4B17-E810-4F2D-8462-75ECA827ECE5}" type="presOf" srcId="{83062A73-61E3-4A3D-828C-E286EC16C17A}" destId="{B5EDA2EA-35EB-4B08-AFB7-FFFB512D84FB}" srcOrd="0" destOrd="0" presId="urn:microsoft.com/office/officeart/2005/8/layout/vProcess5"/>
    <dgm:cxn modelId="{4F094B2A-F053-4955-AECC-0EFBB5E067A5}" srcId="{E669380E-E315-4803-8F23-D4939EE5FD99}" destId="{7173766A-B57F-4285-8540-4AAA4EA7212F}" srcOrd="0" destOrd="0" parTransId="{7DEF133D-6156-4E62-819B-9A4DC6F725B5}" sibTransId="{83062A73-61E3-4A3D-828C-E286EC16C17A}"/>
    <dgm:cxn modelId="{969F0D2E-C0EB-474B-9419-DA6B06AAA48C}" type="presOf" srcId="{F73E5918-1000-4425-BA23-0318F826C09D}" destId="{3115D3CA-D6E4-4B5D-8BA2-C7AC5E1DB121}" srcOrd="1" destOrd="0" presId="urn:microsoft.com/office/officeart/2005/8/layout/vProcess5"/>
    <dgm:cxn modelId="{CD051E46-C19C-48EB-80C8-80EBF3ACDDB6}" type="presOf" srcId="{2A5D8B32-FD88-4951-89B8-007D64E88B9B}" destId="{DBFF751C-0064-40B6-960C-72E0CEADF878}" srcOrd="0" destOrd="0" presId="urn:microsoft.com/office/officeart/2005/8/layout/vProcess5"/>
    <dgm:cxn modelId="{9A250D67-B8B3-4AF2-BB5E-3C79C6DC4456}" type="presOf" srcId="{3AC2ED7C-75BA-43E1-84BE-3B4A04A91397}" destId="{62A1252D-C3BC-41C6-ABD6-CD2572F1A678}" srcOrd="1" destOrd="0" presId="urn:microsoft.com/office/officeart/2005/8/layout/vProcess5"/>
    <dgm:cxn modelId="{1D0BA786-BCC2-4502-BA78-91C8DD57ADBB}" type="presOf" srcId="{7173766A-B57F-4285-8540-4AAA4EA7212F}" destId="{53DE373F-C56B-4D49-AE39-2C68CB1D5339}" srcOrd="1" destOrd="0" presId="urn:microsoft.com/office/officeart/2005/8/layout/vProcess5"/>
    <dgm:cxn modelId="{5631A68D-FA1F-43AB-96F3-02C198C441F1}" srcId="{E669380E-E315-4803-8F23-D4939EE5FD99}" destId="{F73E5918-1000-4425-BA23-0318F826C09D}" srcOrd="2" destOrd="0" parTransId="{C8CD60FD-2F2E-41FA-AC7E-108382B8AE0E}" sibTransId="{8CA56A0B-4B56-4258-8929-274E5B6C73AB}"/>
    <dgm:cxn modelId="{2B229894-95B3-4639-984A-3AA9690B4927}" type="presOf" srcId="{F49F0ED3-70A3-49CA-8DB3-35AD4FDC3CF7}" destId="{FAE0BCE0-35DC-4CA5-8334-FE40AEBC9159}" srcOrd="1" destOrd="0" presId="urn:microsoft.com/office/officeart/2005/8/layout/vProcess5"/>
    <dgm:cxn modelId="{E0EB7A96-0258-43FB-B682-BBAFB3120A76}" srcId="{E669380E-E315-4803-8F23-D4939EE5FD99}" destId="{3AC2ED7C-75BA-43E1-84BE-3B4A04A91397}" srcOrd="1" destOrd="0" parTransId="{374046C8-0857-4A71-8C55-F2C03B78AA0C}" sibTransId="{2A5D8B32-FD88-4951-89B8-007D64E88B9B}"/>
    <dgm:cxn modelId="{F441899B-E538-44FD-A176-4263E6CC9DA0}" type="presOf" srcId="{8CA56A0B-4B56-4258-8929-274E5B6C73AB}" destId="{541E2A4E-C649-4200-93AF-998267E7F8CF}" srcOrd="0" destOrd="0" presId="urn:microsoft.com/office/officeart/2005/8/layout/vProcess5"/>
    <dgm:cxn modelId="{A76575B2-5EAB-4A40-9E1D-CC878010B869}" type="presOf" srcId="{E669380E-E315-4803-8F23-D4939EE5FD99}" destId="{8AD41F68-02E4-4624-9F57-8113A4DE2354}" srcOrd="0" destOrd="0" presId="urn:microsoft.com/office/officeart/2005/8/layout/vProcess5"/>
    <dgm:cxn modelId="{53A98EB2-1A36-418E-8895-937EA18D22CB}" srcId="{E669380E-E315-4803-8F23-D4939EE5FD99}" destId="{F49F0ED3-70A3-49CA-8DB3-35AD4FDC3CF7}" srcOrd="3" destOrd="0" parTransId="{A3C71DF5-BE4E-4CF2-977E-952F7CBEA769}" sibTransId="{E8940942-4B23-47BD-A5F3-688475480198}"/>
    <dgm:cxn modelId="{82C806D7-CEED-47F0-A3E2-A630AE215300}" type="presOf" srcId="{3AC2ED7C-75BA-43E1-84BE-3B4A04A91397}" destId="{C0373ECC-A52D-4C52-9A64-613D926CEE8C}" srcOrd="0" destOrd="0" presId="urn:microsoft.com/office/officeart/2005/8/layout/vProcess5"/>
    <dgm:cxn modelId="{719733DA-94D6-4466-8DA9-B41C3841D0C1}" type="presOf" srcId="{F49F0ED3-70A3-49CA-8DB3-35AD4FDC3CF7}" destId="{4B131A98-5472-4725-A09F-CC77CF5D7FCE}" srcOrd="0" destOrd="0" presId="urn:microsoft.com/office/officeart/2005/8/layout/vProcess5"/>
    <dgm:cxn modelId="{9AC436F8-46A2-4F68-9B52-D16890EFF423}" type="presOf" srcId="{7173766A-B57F-4285-8540-4AAA4EA7212F}" destId="{95D8FB74-C9FA-437D-9232-67A88954CB45}" srcOrd="0" destOrd="0" presId="urn:microsoft.com/office/officeart/2005/8/layout/vProcess5"/>
    <dgm:cxn modelId="{4A225088-F85F-484F-BA26-3489C0AE6AE1}" type="presParOf" srcId="{8AD41F68-02E4-4624-9F57-8113A4DE2354}" destId="{FE054F84-B161-49C6-80FD-55B481473A64}" srcOrd="0" destOrd="0" presId="urn:microsoft.com/office/officeart/2005/8/layout/vProcess5"/>
    <dgm:cxn modelId="{33C20B36-0A00-4446-AB20-2E852824C47F}" type="presParOf" srcId="{8AD41F68-02E4-4624-9F57-8113A4DE2354}" destId="{95D8FB74-C9FA-437D-9232-67A88954CB45}" srcOrd="1" destOrd="0" presId="urn:microsoft.com/office/officeart/2005/8/layout/vProcess5"/>
    <dgm:cxn modelId="{2C587C8B-2C5E-4CBA-AA06-83797767BD2F}" type="presParOf" srcId="{8AD41F68-02E4-4624-9F57-8113A4DE2354}" destId="{C0373ECC-A52D-4C52-9A64-613D926CEE8C}" srcOrd="2" destOrd="0" presId="urn:microsoft.com/office/officeart/2005/8/layout/vProcess5"/>
    <dgm:cxn modelId="{29B00D73-7146-42C0-A4FA-CF24E6FDB540}" type="presParOf" srcId="{8AD41F68-02E4-4624-9F57-8113A4DE2354}" destId="{566034E8-E4E6-4470-9C97-ABC1E7F9C154}" srcOrd="3" destOrd="0" presId="urn:microsoft.com/office/officeart/2005/8/layout/vProcess5"/>
    <dgm:cxn modelId="{49A63CCB-6D41-4246-9D85-B85B182FFE01}" type="presParOf" srcId="{8AD41F68-02E4-4624-9F57-8113A4DE2354}" destId="{4B131A98-5472-4725-A09F-CC77CF5D7FCE}" srcOrd="4" destOrd="0" presId="urn:microsoft.com/office/officeart/2005/8/layout/vProcess5"/>
    <dgm:cxn modelId="{5D76E314-F79A-4750-BBCF-5C184A24DF92}" type="presParOf" srcId="{8AD41F68-02E4-4624-9F57-8113A4DE2354}" destId="{B5EDA2EA-35EB-4B08-AFB7-FFFB512D84FB}" srcOrd="5" destOrd="0" presId="urn:microsoft.com/office/officeart/2005/8/layout/vProcess5"/>
    <dgm:cxn modelId="{96D43066-9D5F-411F-B3BA-D53217B14DF7}" type="presParOf" srcId="{8AD41F68-02E4-4624-9F57-8113A4DE2354}" destId="{DBFF751C-0064-40B6-960C-72E0CEADF878}" srcOrd="6" destOrd="0" presId="urn:microsoft.com/office/officeart/2005/8/layout/vProcess5"/>
    <dgm:cxn modelId="{9683350C-CC40-47E1-867E-091E18B30F42}" type="presParOf" srcId="{8AD41F68-02E4-4624-9F57-8113A4DE2354}" destId="{541E2A4E-C649-4200-93AF-998267E7F8CF}" srcOrd="7" destOrd="0" presId="urn:microsoft.com/office/officeart/2005/8/layout/vProcess5"/>
    <dgm:cxn modelId="{0654F45E-44F9-425B-A4BE-6AA18D3389BC}" type="presParOf" srcId="{8AD41F68-02E4-4624-9F57-8113A4DE2354}" destId="{53DE373F-C56B-4D49-AE39-2C68CB1D5339}" srcOrd="8" destOrd="0" presId="urn:microsoft.com/office/officeart/2005/8/layout/vProcess5"/>
    <dgm:cxn modelId="{3C0DF14A-FCB0-4B40-B852-E9323C95BFAE}" type="presParOf" srcId="{8AD41F68-02E4-4624-9F57-8113A4DE2354}" destId="{62A1252D-C3BC-41C6-ABD6-CD2572F1A678}" srcOrd="9" destOrd="0" presId="urn:microsoft.com/office/officeart/2005/8/layout/vProcess5"/>
    <dgm:cxn modelId="{4D60BAB8-9A15-4B50-BEA4-86EFC059CD98}" type="presParOf" srcId="{8AD41F68-02E4-4624-9F57-8113A4DE2354}" destId="{3115D3CA-D6E4-4B5D-8BA2-C7AC5E1DB121}" srcOrd="10" destOrd="0" presId="urn:microsoft.com/office/officeart/2005/8/layout/vProcess5"/>
    <dgm:cxn modelId="{AB0504AD-0FBE-4DF7-827A-F0B33F701B32}" type="presParOf" srcId="{8AD41F68-02E4-4624-9F57-8113A4DE2354}" destId="{FAE0BCE0-35DC-4CA5-8334-FE40AEBC915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7E1394B-F333-4AE9-87D3-9A82122E5A7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0D84083-D6D5-4146-8F0C-EDD783D5CF1B}">
      <dgm:prSet/>
      <dgm:spPr/>
      <dgm:t>
        <a:bodyPr/>
        <a:lstStyle/>
        <a:p>
          <a:pPr>
            <a:defRPr cap="all"/>
          </a:pPr>
          <a:r>
            <a:rPr lang="en-US"/>
            <a:t>Reduced waiting time</a:t>
          </a:r>
        </a:p>
      </dgm:t>
    </dgm:pt>
    <dgm:pt modelId="{B7DA0041-77A9-4198-A388-FF126C6ED37A}" type="parTrans" cxnId="{5AB1A549-409B-4037-B8ED-DFE2425BFD97}">
      <dgm:prSet/>
      <dgm:spPr/>
      <dgm:t>
        <a:bodyPr/>
        <a:lstStyle/>
        <a:p>
          <a:endParaRPr lang="en-US"/>
        </a:p>
      </dgm:t>
    </dgm:pt>
    <dgm:pt modelId="{85CA4B78-BDD0-422C-A3B9-6C9CAE967225}" type="sibTrans" cxnId="{5AB1A549-409B-4037-B8ED-DFE2425BFD97}">
      <dgm:prSet/>
      <dgm:spPr/>
      <dgm:t>
        <a:bodyPr/>
        <a:lstStyle/>
        <a:p>
          <a:endParaRPr lang="en-US"/>
        </a:p>
      </dgm:t>
    </dgm:pt>
    <dgm:pt modelId="{EE6F9AD4-D9FF-4516-A37A-7F23DBB42D41}">
      <dgm:prSet/>
      <dgm:spPr/>
      <dgm:t>
        <a:bodyPr/>
        <a:lstStyle/>
        <a:p>
          <a:pPr>
            <a:defRPr cap="all"/>
          </a:pPr>
          <a:r>
            <a:rPr lang="en-US"/>
            <a:t>Cashless transactions</a:t>
          </a:r>
        </a:p>
      </dgm:t>
    </dgm:pt>
    <dgm:pt modelId="{152D6059-C364-4370-9703-57297BF7FC27}" type="parTrans" cxnId="{10706145-14F9-411D-8D92-C54DB0EF62B3}">
      <dgm:prSet/>
      <dgm:spPr/>
      <dgm:t>
        <a:bodyPr/>
        <a:lstStyle/>
        <a:p>
          <a:endParaRPr lang="en-US"/>
        </a:p>
      </dgm:t>
    </dgm:pt>
    <dgm:pt modelId="{1D67A2C3-7262-4E84-82AC-6D6EA01F442D}" type="sibTrans" cxnId="{10706145-14F9-411D-8D92-C54DB0EF62B3}">
      <dgm:prSet/>
      <dgm:spPr/>
      <dgm:t>
        <a:bodyPr/>
        <a:lstStyle/>
        <a:p>
          <a:endParaRPr lang="en-US"/>
        </a:p>
      </dgm:t>
    </dgm:pt>
    <dgm:pt modelId="{B5564209-044A-4492-894E-1937740D207B}">
      <dgm:prSet/>
      <dgm:spPr/>
      <dgm:t>
        <a:bodyPr/>
        <a:lstStyle/>
        <a:p>
          <a:pPr>
            <a:defRPr cap="all"/>
          </a:pPr>
          <a:r>
            <a:rPr lang="en-US"/>
            <a:t>Scalable architecture</a:t>
          </a:r>
        </a:p>
      </dgm:t>
    </dgm:pt>
    <dgm:pt modelId="{18C45B38-2E1D-49A7-9B45-A55A5EB96520}" type="parTrans" cxnId="{574BBF3B-05BD-4822-887B-D2639B915C63}">
      <dgm:prSet/>
      <dgm:spPr/>
      <dgm:t>
        <a:bodyPr/>
        <a:lstStyle/>
        <a:p>
          <a:endParaRPr lang="en-US"/>
        </a:p>
      </dgm:t>
    </dgm:pt>
    <dgm:pt modelId="{894F108C-9E23-4083-AE17-A972C3F21FA5}" type="sibTrans" cxnId="{574BBF3B-05BD-4822-887B-D2639B915C63}">
      <dgm:prSet/>
      <dgm:spPr/>
      <dgm:t>
        <a:bodyPr/>
        <a:lstStyle/>
        <a:p>
          <a:endParaRPr lang="en-US"/>
        </a:p>
      </dgm:t>
    </dgm:pt>
    <dgm:pt modelId="{294E8B02-7C32-4EAF-A435-7FCD598D3CA2}">
      <dgm:prSet/>
      <dgm:spPr/>
      <dgm:t>
        <a:bodyPr/>
        <a:lstStyle/>
        <a:p>
          <a:pPr>
            <a:defRPr cap="all"/>
          </a:pPr>
          <a:r>
            <a:rPr lang="en-US"/>
            <a:t>Improved operational efficiency</a:t>
          </a:r>
        </a:p>
      </dgm:t>
    </dgm:pt>
    <dgm:pt modelId="{32F86C45-24BA-4A20-B111-B601CE1EE7D8}" type="parTrans" cxnId="{DCB90062-21D4-4552-997C-4D51E1BFF099}">
      <dgm:prSet/>
      <dgm:spPr/>
      <dgm:t>
        <a:bodyPr/>
        <a:lstStyle/>
        <a:p>
          <a:endParaRPr lang="en-US"/>
        </a:p>
      </dgm:t>
    </dgm:pt>
    <dgm:pt modelId="{735B89EE-9803-425E-826D-9ACC0CF5539A}" type="sibTrans" cxnId="{DCB90062-21D4-4552-997C-4D51E1BFF099}">
      <dgm:prSet/>
      <dgm:spPr/>
      <dgm:t>
        <a:bodyPr/>
        <a:lstStyle/>
        <a:p>
          <a:endParaRPr lang="en-US"/>
        </a:p>
      </dgm:t>
    </dgm:pt>
    <dgm:pt modelId="{152B78E0-7064-439A-9E83-A866BF983530}" type="pres">
      <dgm:prSet presAssocID="{C7E1394B-F333-4AE9-87D3-9A82122E5A7D}" presName="root" presStyleCnt="0">
        <dgm:presLayoutVars>
          <dgm:dir/>
          <dgm:resizeHandles val="exact"/>
        </dgm:presLayoutVars>
      </dgm:prSet>
      <dgm:spPr/>
    </dgm:pt>
    <dgm:pt modelId="{234EC160-384F-4371-828E-9B6D15DC88DF}" type="pres">
      <dgm:prSet presAssocID="{20D84083-D6D5-4146-8F0C-EDD783D5CF1B}" presName="compNode" presStyleCnt="0"/>
      <dgm:spPr/>
    </dgm:pt>
    <dgm:pt modelId="{902B4582-8A8B-41F7-B86F-C8233A87BD13}" type="pres">
      <dgm:prSet presAssocID="{20D84083-D6D5-4146-8F0C-EDD783D5CF1B}" presName="iconBgRect" presStyleLbl="bgShp" presStyleIdx="0" presStyleCnt="4"/>
      <dgm:spPr/>
    </dgm:pt>
    <dgm:pt modelId="{5792A977-D170-445C-B477-D1D879481C78}" type="pres">
      <dgm:prSet presAssocID="{20D84083-D6D5-4146-8F0C-EDD783D5CF1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0205FD4-634A-4A85-A9AC-B3459C842C52}" type="pres">
      <dgm:prSet presAssocID="{20D84083-D6D5-4146-8F0C-EDD783D5CF1B}" presName="spaceRect" presStyleCnt="0"/>
      <dgm:spPr/>
    </dgm:pt>
    <dgm:pt modelId="{76F106AF-74E2-4EF2-9702-4141105D6F8D}" type="pres">
      <dgm:prSet presAssocID="{20D84083-D6D5-4146-8F0C-EDD783D5CF1B}" presName="textRect" presStyleLbl="revTx" presStyleIdx="0" presStyleCnt="4">
        <dgm:presLayoutVars>
          <dgm:chMax val="1"/>
          <dgm:chPref val="1"/>
        </dgm:presLayoutVars>
      </dgm:prSet>
      <dgm:spPr/>
    </dgm:pt>
    <dgm:pt modelId="{B0453D4D-4111-4A5D-BB4A-714C1B2CFF70}" type="pres">
      <dgm:prSet presAssocID="{85CA4B78-BDD0-422C-A3B9-6C9CAE967225}" presName="sibTrans" presStyleCnt="0"/>
      <dgm:spPr/>
    </dgm:pt>
    <dgm:pt modelId="{481CC37E-E2AE-427E-A1CA-C91191E1EBB8}" type="pres">
      <dgm:prSet presAssocID="{EE6F9AD4-D9FF-4516-A37A-7F23DBB42D41}" presName="compNode" presStyleCnt="0"/>
      <dgm:spPr/>
    </dgm:pt>
    <dgm:pt modelId="{8AE47E47-DBEF-463B-8332-9FF003CE29AA}" type="pres">
      <dgm:prSet presAssocID="{EE6F9AD4-D9FF-4516-A37A-7F23DBB42D41}" presName="iconBgRect" presStyleLbl="bgShp" presStyleIdx="1" presStyleCnt="4"/>
      <dgm:spPr/>
    </dgm:pt>
    <dgm:pt modelId="{4B0F6C93-82C3-4DB1-B8AF-5622E98A6045}" type="pres">
      <dgm:prSet presAssocID="{EE6F9AD4-D9FF-4516-A37A-7F23DBB42D4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EBC18B5-7A63-4469-A89C-E12B95223B3C}" type="pres">
      <dgm:prSet presAssocID="{EE6F9AD4-D9FF-4516-A37A-7F23DBB42D41}" presName="spaceRect" presStyleCnt="0"/>
      <dgm:spPr/>
    </dgm:pt>
    <dgm:pt modelId="{FEB49421-3705-431A-88FD-4ABAC26816BA}" type="pres">
      <dgm:prSet presAssocID="{EE6F9AD4-D9FF-4516-A37A-7F23DBB42D41}" presName="textRect" presStyleLbl="revTx" presStyleIdx="1" presStyleCnt="4">
        <dgm:presLayoutVars>
          <dgm:chMax val="1"/>
          <dgm:chPref val="1"/>
        </dgm:presLayoutVars>
      </dgm:prSet>
      <dgm:spPr/>
    </dgm:pt>
    <dgm:pt modelId="{46B76484-BA34-492F-B211-00628D8D052B}" type="pres">
      <dgm:prSet presAssocID="{1D67A2C3-7262-4E84-82AC-6D6EA01F442D}" presName="sibTrans" presStyleCnt="0"/>
      <dgm:spPr/>
    </dgm:pt>
    <dgm:pt modelId="{944E9314-F075-47A4-BA08-31EF799AA7A6}" type="pres">
      <dgm:prSet presAssocID="{B5564209-044A-4492-894E-1937740D207B}" presName="compNode" presStyleCnt="0"/>
      <dgm:spPr/>
    </dgm:pt>
    <dgm:pt modelId="{7FEDF39A-FBB3-4E98-94A4-B84FA1D7084A}" type="pres">
      <dgm:prSet presAssocID="{B5564209-044A-4492-894E-1937740D207B}" presName="iconBgRect" presStyleLbl="bgShp" presStyleIdx="2" presStyleCnt="4"/>
      <dgm:spPr/>
    </dgm:pt>
    <dgm:pt modelId="{05E6271B-FB51-4105-912B-D3ED7F3A5C71}" type="pres">
      <dgm:prSet presAssocID="{B5564209-044A-4492-894E-1937740D207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09B74A-FB3B-4836-A2A6-7129183C1230}" type="pres">
      <dgm:prSet presAssocID="{B5564209-044A-4492-894E-1937740D207B}" presName="spaceRect" presStyleCnt="0"/>
      <dgm:spPr/>
    </dgm:pt>
    <dgm:pt modelId="{93CFE657-6A52-4B3E-9203-8F4D2326AE5E}" type="pres">
      <dgm:prSet presAssocID="{B5564209-044A-4492-894E-1937740D207B}" presName="textRect" presStyleLbl="revTx" presStyleIdx="2" presStyleCnt="4">
        <dgm:presLayoutVars>
          <dgm:chMax val="1"/>
          <dgm:chPref val="1"/>
        </dgm:presLayoutVars>
      </dgm:prSet>
      <dgm:spPr/>
    </dgm:pt>
    <dgm:pt modelId="{6784EB63-D864-4CF6-8A9D-5323A1A520FC}" type="pres">
      <dgm:prSet presAssocID="{894F108C-9E23-4083-AE17-A972C3F21FA5}" presName="sibTrans" presStyleCnt="0"/>
      <dgm:spPr/>
    </dgm:pt>
    <dgm:pt modelId="{710F3470-C25F-4D7A-93A7-87E18B6FFAF5}" type="pres">
      <dgm:prSet presAssocID="{294E8B02-7C32-4EAF-A435-7FCD598D3CA2}" presName="compNode" presStyleCnt="0"/>
      <dgm:spPr/>
    </dgm:pt>
    <dgm:pt modelId="{781155A2-2575-4C3F-9A00-C57DA5081AAD}" type="pres">
      <dgm:prSet presAssocID="{294E8B02-7C32-4EAF-A435-7FCD598D3CA2}" presName="iconBgRect" presStyleLbl="bgShp" presStyleIdx="3" presStyleCnt="4"/>
      <dgm:spPr/>
    </dgm:pt>
    <dgm:pt modelId="{4D4E618D-2827-49AD-8BFA-BB64B3EF2373}" type="pres">
      <dgm:prSet presAssocID="{294E8B02-7C32-4EAF-A435-7FCD598D3C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75D96471-EB08-4BE5-90B0-83697AFD5FBF}" type="pres">
      <dgm:prSet presAssocID="{294E8B02-7C32-4EAF-A435-7FCD598D3CA2}" presName="spaceRect" presStyleCnt="0"/>
      <dgm:spPr/>
    </dgm:pt>
    <dgm:pt modelId="{866BE437-23D2-499A-8A7F-E6BCEBFBC197}" type="pres">
      <dgm:prSet presAssocID="{294E8B02-7C32-4EAF-A435-7FCD598D3CA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5DFE303-9B4A-439D-98F6-9F411E1BFE89}" type="presOf" srcId="{C7E1394B-F333-4AE9-87D3-9A82122E5A7D}" destId="{152B78E0-7064-439A-9E83-A866BF983530}" srcOrd="0" destOrd="0" presId="urn:microsoft.com/office/officeart/2018/5/layout/IconCircleLabelList"/>
    <dgm:cxn modelId="{574BBF3B-05BD-4822-887B-D2639B915C63}" srcId="{C7E1394B-F333-4AE9-87D3-9A82122E5A7D}" destId="{B5564209-044A-4492-894E-1937740D207B}" srcOrd="2" destOrd="0" parTransId="{18C45B38-2E1D-49A7-9B45-A55A5EB96520}" sibTransId="{894F108C-9E23-4083-AE17-A972C3F21FA5}"/>
    <dgm:cxn modelId="{DCB90062-21D4-4552-997C-4D51E1BFF099}" srcId="{C7E1394B-F333-4AE9-87D3-9A82122E5A7D}" destId="{294E8B02-7C32-4EAF-A435-7FCD598D3CA2}" srcOrd="3" destOrd="0" parTransId="{32F86C45-24BA-4A20-B111-B601CE1EE7D8}" sibTransId="{735B89EE-9803-425E-826D-9ACC0CF5539A}"/>
    <dgm:cxn modelId="{10706145-14F9-411D-8D92-C54DB0EF62B3}" srcId="{C7E1394B-F333-4AE9-87D3-9A82122E5A7D}" destId="{EE6F9AD4-D9FF-4516-A37A-7F23DBB42D41}" srcOrd="1" destOrd="0" parTransId="{152D6059-C364-4370-9703-57297BF7FC27}" sibTransId="{1D67A2C3-7262-4E84-82AC-6D6EA01F442D}"/>
    <dgm:cxn modelId="{5AB1A549-409B-4037-B8ED-DFE2425BFD97}" srcId="{C7E1394B-F333-4AE9-87D3-9A82122E5A7D}" destId="{20D84083-D6D5-4146-8F0C-EDD783D5CF1B}" srcOrd="0" destOrd="0" parTransId="{B7DA0041-77A9-4198-A388-FF126C6ED37A}" sibTransId="{85CA4B78-BDD0-422C-A3B9-6C9CAE967225}"/>
    <dgm:cxn modelId="{3673AD6F-F114-4A0C-A0F1-57D83CF06158}" type="presOf" srcId="{EE6F9AD4-D9FF-4516-A37A-7F23DBB42D41}" destId="{FEB49421-3705-431A-88FD-4ABAC26816BA}" srcOrd="0" destOrd="0" presId="urn:microsoft.com/office/officeart/2018/5/layout/IconCircleLabelList"/>
    <dgm:cxn modelId="{9B80EC73-5592-4B35-9D51-E0529B6A9208}" type="presOf" srcId="{20D84083-D6D5-4146-8F0C-EDD783D5CF1B}" destId="{76F106AF-74E2-4EF2-9702-4141105D6F8D}" srcOrd="0" destOrd="0" presId="urn:microsoft.com/office/officeart/2018/5/layout/IconCircleLabelList"/>
    <dgm:cxn modelId="{177A03B7-3B70-4D34-AAD0-2010E3D58B93}" type="presOf" srcId="{294E8B02-7C32-4EAF-A435-7FCD598D3CA2}" destId="{866BE437-23D2-499A-8A7F-E6BCEBFBC197}" srcOrd="0" destOrd="0" presId="urn:microsoft.com/office/officeart/2018/5/layout/IconCircleLabelList"/>
    <dgm:cxn modelId="{50089CEE-0440-4D0B-A64D-7C1B737D3525}" type="presOf" srcId="{B5564209-044A-4492-894E-1937740D207B}" destId="{93CFE657-6A52-4B3E-9203-8F4D2326AE5E}" srcOrd="0" destOrd="0" presId="urn:microsoft.com/office/officeart/2018/5/layout/IconCircleLabelList"/>
    <dgm:cxn modelId="{E48BC687-42B3-433F-AD43-FCE6FB27F8A2}" type="presParOf" srcId="{152B78E0-7064-439A-9E83-A866BF983530}" destId="{234EC160-384F-4371-828E-9B6D15DC88DF}" srcOrd="0" destOrd="0" presId="urn:microsoft.com/office/officeart/2018/5/layout/IconCircleLabelList"/>
    <dgm:cxn modelId="{B5CE8F1E-2ADA-4E4C-95AE-18707A67CC25}" type="presParOf" srcId="{234EC160-384F-4371-828E-9B6D15DC88DF}" destId="{902B4582-8A8B-41F7-B86F-C8233A87BD13}" srcOrd="0" destOrd="0" presId="urn:microsoft.com/office/officeart/2018/5/layout/IconCircleLabelList"/>
    <dgm:cxn modelId="{505485F7-9659-4327-9682-C13479B76889}" type="presParOf" srcId="{234EC160-384F-4371-828E-9B6D15DC88DF}" destId="{5792A977-D170-445C-B477-D1D879481C78}" srcOrd="1" destOrd="0" presId="urn:microsoft.com/office/officeart/2018/5/layout/IconCircleLabelList"/>
    <dgm:cxn modelId="{81022979-0F0A-45E6-84C5-02C63DFE45DF}" type="presParOf" srcId="{234EC160-384F-4371-828E-9B6D15DC88DF}" destId="{70205FD4-634A-4A85-A9AC-B3459C842C52}" srcOrd="2" destOrd="0" presId="urn:microsoft.com/office/officeart/2018/5/layout/IconCircleLabelList"/>
    <dgm:cxn modelId="{67412EBF-DF6E-4BEF-9A9D-0A38E3032AA8}" type="presParOf" srcId="{234EC160-384F-4371-828E-9B6D15DC88DF}" destId="{76F106AF-74E2-4EF2-9702-4141105D6F8D}" srcOrd="3" destOrd="0" presId="urn:microsoft.com/office/officeart/2018/5/layout/IconCircleLabelList"/>
    <dgm:cxn modelId="{51A9BE46-0D72-490F-AC8E-9D8534215DC8}" type="presParOf" srcId="{152B78E0-7064-439A-9E83-A866BF983530}" destId="{B0453D4D-4111-4A5D-BB4A-714C1B2CFF70}" srcOrd="1" destOrd="0" presId="urn:microsoft.com/office/officeart/2018/5/layout/IconCircleLabelList"/>
    <dgm:cxn modelId="{1C4FF878-481A-427C-BC91-0FF5886ECB49}" type="presParOf" srcId="{152B78E0-7064-439A-9E83-A866BF983530}" destId="{481CC37E-E2AE-427E-A1CA-C91191E1EBB8}" srcOrd="2" destOrd="0" presId="urn:microsoft.com/office/officeart/2018/5/layout/IconCircleLabelList"/>
    <dgm:cxn modelId="{A035282B-709B-41AC-8217-64B5EDD77EF7}" type="presParOf" srcId="{481CC37E-E2AE-427E-A1CA-C91191E1EBB8}" destId="{8AE47E47-DBEF-463B-8332-9FF003CE29AA}" srcOrd="0" destOrd="0" presId="urn:microsoft.com/office/officeart/2018/5/layout/IconCircleLabelList"/>
    <dgm:cxn modelId="{ADD7F1A8-0AF2-4996-9EA1-CAE43CB90BF4}" type="presParOf" srcId="{481CC37E-E2AE-427E-A1CA-C91191E1EBB8}" destId="{4B0F6C93-82C3-4DB1-B8AF-5622E98A6045}" srcOrd="1" destOrd="0" presId="urn:microsoft.com/office/officeart/2018/5/layout/IconCircleLabelList"/>
    <dgm:cxn modelId="{B40C149A-75DC-4171-A475-3EA4651E8FEC}" type="presParOf" srcId="{481CC37E-E2AE-427E-A1CA-C91191E1EBB8}" destId="{3EBC18B5-7A63-4469-A89C-E12B95223B3C}" srcOrd="2" destOrd="0" presId="urn:microsoft.com/office/officeart/2018/5/layout/IconCircleLabelList"/>
    <dgm:cxn modelId="{E77A6A10-ACD3-4D45-8C01-35D7C960BFDE}" type="presParOf" srcId="{481CC37E-E2AE-427E-A1CA-C91191E1EBB8}" destId="{FEB49421-3705-431A-88FD-4ABAC26816BA}" srcOrd="3" destOrd="0" presId="urn:microsoft.com/office/officeart/2018/5/layout/IconCircleLabelList"/>
    <dgm:cxn modelId="{67EDA2D1-4CBB-4C07-9675-F0F13F86DA60}" type="presParOf" srcId="{152B78E0-7064-439A-9E83-A866BF983530}" destId="{46B76484-BA34-492F-B211-00628D8D052B}" srcOrd="3" destOrd="0" presId="urn:microsoft.com/office/officeart/2018/5/layout/IconCircleLabelList"/>
    <dgm:cxn modelId="{F3FFC47B-AFFD-4576-830E-1FC81BD4152A}" type="presParOf" srcId="{152B78E0-7064-439A-9E83-A866BF983530}" destId="{944E9314-F075-47A4-BA08-31EF799AA7A6}" srcOrd="4" destOrd="0" presId="urn:microsoft.com/office/officeart/2018/5/layout/IconCircleLabelList"/>
    <dgm:cxn modelId="{5AA86187-C4EF-4337-B622-3753FE9E695A}" type="presParOf" srcId="{944E9314-F075-47A4-BA08-31EF799AA7A6}" destId="{7FEDF39A-FBB3-4E98-94A4-B84FA1D7084A}" srcOrd="0" destOrd="0" presId="urn:microsoft.com/office/officeart/2018/5/layout/IconCircleLabelList"/>
    <dgm:cxn modelId="{2A28CC97-50E1-4969-9BA7-FA80123D33EB}" type="presParOf" srcId="{944E9314-F075-47A4-BA08-31EF799AA7A6}" destId="{05E6271B-FB51-4105-912B-D3ED7F3A5C71}" srcOrd="1" destOrd="0" presId="urn:microsoft.com/office/officeart/2018/5/layout/IconCircleLabelList"/>
    <dgm:cxn modelId="{6B9D3480-EFDB-4F65-9CD3-AEA580196EBB}" type="presParOf" srcId="{944E9314-F075-47A4-BA08-31EF799AA7A6}" destId="{A509B74A-FB3B-4836-A2A6-7129183C1230}" srcOrd="2" destOrd="0" presId="urn:microsoft.com/office/officeart/2018/5/layout/IconCircleLabelList"/>
    <dgm:cxn modelId="{E98875E1-EC6C-47EB-9236-17D502319212}" type="presParOf" srcId="{944E9314-F075-47A4-BA08-31EF799AA7A6}" destId="{93CFE657-6A52-4B3E-9203-8F4D2326AE5E}" srcOrd="3" destOrd="0" presId="urn:microsoft.com/office/officeart/2018/5/layout/IconCircleLabelList"/>
    <dgm:cxn modelId="{182FC895-EBEA-4AF8-8076-B8F2CF527DA2}" type="presParOf" srcId="{152B78E0-7064-439A-9E83-A866BF983530}" destId="{6784EB63-D864-4CF6-8A9D-5323A1A520FC}" srcOrd="5" destOrd="0" presId="urn:microsoft.com/office/officeart/2018/5/layout/IconCircleLabelList"/>
    <dgm:cxn modelId="{CC8671F1-B23D-4663-A199-F978F3AD27EC}" type="presParOf" srcId="{152B78E0-7064-439A-9E83-A866BF983530}" destId="{710F3470-C25F-4D7A-93A7-87E18B6FFAF5}" srcOrd="6" destOrd="0" presId="urn:microsoft.com/office/officeart/2018/5/layout/IconCircleLabelList"/>
    <dgm:cxn modelId="{55943279-6D35-4314-8016-77373BE70521}" type="presParOf" srcId="{710F3470-C25F-4D7A-93A7-87E18B6FFAF5}" destId="{781155A2-2575-4C3F-9A00-C57DA5081AAD}" srcOrd="0" destOrd="0" presId="urn:microsoft.com/office/officeart/2018/5/layout/IconCircleLabelList"/>
    <dgm:cxn modelId="{C073CE96-6F43-45F2-8AA7-3189737CC7C4}" type="presParOf" srcId="{710F3470-C25F-4D7A-93A7-87E18B6FFAF5}" destId="{4D4E618D-2827-49AD-8BFA-BB64B3EF2373}" srcOrd="1" destOrd="0" presId="urn:microsoft.com/office/officeart/2018/5/layout/IconCircleLabelList"/>
    <dgm:cxn modelId="{6FB9AE82-02C7-4BC1-AE6C-B8EB3A58A011}" type="presParOf" srcId="{710F3470-C25F-4D7A-93A7-87E18B6FFAF5}" destId="{75D96471-EB08-4BE5-90B0-83697AFD5FBF}" srcOrd="2" destOrd="0" presId="urn:microsoft.com/office/officeart/2018/5/layout/IconCircleLabelList"/>
    <dgm:cxn modelId="{5303AF35-23F2-4B17-B3A1-17D9DAEC3119}" type="presParOf" srcId="{710F3470-C25F-4D7A-93A7-87E18B6FFAF5}" destId="{866BE437-23D2-499A-8A7F-E6BCEBFBC19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00BE3BE-420A-460E-B809-CAD82E4F50E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5FDD670-5B79-477B-9D70-22488CADEF51}">
      <dgm:prSet/>
      <dgm:spPr/>
      <dgm:t>
        <a:bodyPr/>
        <a:lstStyle/>
        <a:p>
          <a:r>
            <a:rPr lang="en-US"/>
            <a:t>End-to-end cloud POS solution</a:t>
          </a:r>
        </a:p>
      </dgm:t>
    </dgm:pt>
    <dgm:pt modelId="{8D9E2D8F-E9EF-4B53-95D7-8A1E773DE92D}" type="parTrans" cxnId="{45EE6417-215F-4B09-BF43-37286FAF2807}">
      <dgm:prSet/>
      <dgm:spPr/>
      <dgm:t>
        <a:bodyPr/>
        <a:lstStyle/>
        <a:p>
          <a:endParaRPr lang="en-US"/>
        </a:p>
      </dgm:t>
    </dgm:pt>
    <dgm:pt modelId="{A90F1C10-BA69-4E1B-8AFD-448BCB98243E}" type="sibTrans" cxnId="{45EE6417-215F-4B09-BF43-37286FAF2807}">
      <dgm:prSet/>
      <dgm:spPr/>
      <dgm:t>
        <a:bodyPr/>
        <a:lstStyle/>
        <a:p>
          <a:endParaRPr lang="en-US"/>
        </a:p>
      </dgm:t>
    </dgm:pt>
    <dgm:pt modelId="{2A9C856A-64AB-4A16-9CEE-5945417B5DF3}">
      <dgm:prSet/>
      <dgm:spPr/>
      <dgm:t>
        <a:bodyPr/>
        <a:lstStyle/>
        <a:p>
          <a:r>
            <a:rPr lang="en-US"/>
            <a:t>Secure and scalable backend</a:t>
          </a:r>
        </a:p>
      </dgm:t>
    </dgm:pt>
    <dgm:pt modelId="{2109E847-9863-4AA5-96CA-94D7A8ED5D18}" type="parTrans" cxnId="{E31C4835-0CC4-4A3D-971B-C13637BDD950}">
      <dgm:prSet/>
      <dgm:spPr/>
      <dgm:t>
        <a:bodyPr/>
        <a:lstStyle/>
        <a:p>
          <a:endParaRPr lang="en-US"/>
        </a:p>
      </dgm:t>
    </dgm:pt>
    <dgm:pt modelId="{E2C14099-CD62-4B25-8937-2ED781EB9292}" type="sibTrans" cxnId="{E31C4835-0CC4-4A3D-971B-C13637BDD950}">
      <dgm:prSet/>
      <dgm:spPr/>
      <dgm:t>
        <a:bodyPr/>
        <a:lstStyle/>
        <a:p>
          <a:endParaRPr lang="en-US"/>
        </a:p>
      </dgm:t>
    </dgm:pt>
    <dgm:pt modelId="{0B56E578-387F-4C3F-835E-0CD534B3EF58}">
      <dgm:prSet/>
      <dgm:spPr/>
      <dgm:t>
        <a:bodyPr/>
        <a:lstStyle/>
        <a:p>
          <a:r>
            <a:rPr lang="en-US"/>
            <a:t>Designed for university-scale usage</a:t>
          </a:r>
        </a:p>
      </dgm:t>
    </dgm:pt>
    <dgm:pt modelId="{F28E2786-F74C-47BA-8BBA-77952C269ED8}" type="parTrans" cxnId="{7894F766-F7D3-4585-B8E6-FBF9C287EA7E}">
      <dgm:prSet/>
      <dgm:spPr/>
      <dgm:t>
        <a:bodyPr/>
        <a:lstStyle/>
        <a:p>
          <a:endParaRPr lang="en-US"/>
        </a:p>
      </dgm:t>
    </dgm:pt>
    <dgm:pt modelId="{F6DF0C54-DB06-47D0-B8F8-2C6874168C50}" type="sibTrans" cxnId="{7894F766-F7D3-4585-B8E6-FBF9C287EA7E}">
      <dgm:prSet/>
      <dgm:spPr/>
      <dgm:t>
        <a:bodyPr/>
        <a:lstStyle/>
        <a:p>
          <a:endParaRPr lang="en-US"/>
        </a:p>
      </dgm:t>
    </dgm:pt>
    <dgm:pt modelId="{CDD03649-401A-459A-AC4A-9846476F0D6C}" type="pres">
      <dgm:prSet presAssocID="{300BE3BE-420A-460E-B809-CAD82E4F50EF}" presName="root" presStyleCnt="0">
        <dgm:presLayoutVars>
          <dgm:dir/>
          <dgm:resizeHandles val="exact"/>
        </dgm:presLayoutVars>
      </dgm:prSet>
      <dgm:spPr/>
    </dgm:pt>
    <dgm:pt modelId="{15B69DC3-C04B-45B0-BE9D-48C005A0B1DF}" type="pres">
      <dgm:prSet presAssocID="{85FDD670-5B79-477B-9D70-22488CADEF51}" presName="compNode" presStyleCnt="0"/>
      <dgm:spPr/>
    </dgm:pt>
    <dgm:pt modelId="{0EEA5EFA-597C-4379-9134-E1F3984326BA}" type="pres">
      <dgm:prSet presAssocID="{85FDD670-5B79-477B-9D70-22488CADEF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A276BB9-B362-4B22-8501-38ECA2BA71CC}" type="pres">
      <dgm:prSet presAssocID="{85FDD670-5B79-477B-9D70-22488CADEF51}" presName="spaceRect" presStyleCnt="0"/>
      <dgm:spPr/>
    </dgm:pt>
    <dgm:pt modelId="{939EDBBF-8AA2-437E-8F44-9B8C03D03F87}" type="pres">
      <dgm:prSet presAssocID="{85FDD670-5B79-477B-9D70-22488CADEF51}" presName="textRect" presStyleLbl="revTx" presStyleIdx="0" presStyleCnt="3">
        <dgm:presLayoutVars>
          <dgm:chMax val="1"/>
          <dgm:chPref val="1"/>
        </dgm:presLayoutVars>
      </dgm:prSet>
      <dgm:spPr/>
    </dgm:pt>
    <dgm:pt modelId="{7E00615F-A2A8-48D0-AD2E-B2D73AE37A42}" type="pres">
      <dgm:prSet presAssocID="{A90F1C10-BA69-4E1B-8AFD-448BCB98243E}" presName="sibTrans" presStyleCnt="0"/>
      <dgm:spPr/>
    </dgm:pt>
    <dgm:pt modelId="{C4520C44-632A-438F-B4ED-125B07DB8CBB}" type="pres">
      <dgm:prSet presAssocID="{2A9C856A-64AB-4A16-9CEE-5945417B5DF3}" presName="compNode" presStyleCnt="0"/>
      <dgm:spPr/>
    </dgm:pt>
    <dgm:pt modelId="{F7AAEC34-BEDD-4D14-B3F5-7D169BA1D2D6}" type="pres">
      <dgm:prSet presAssocID="{2A9C856A-64AB-4A16-9CEE-5945417B5D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6D573CD-D699-496D-A45E-BDCC7278E4B5}" type="pres">
      <dgm:prSet presAssocID="{2A9C856A-64AB-4A16-9CEE-5945417B5DF3}" presName="spaceRect" presStyleCnt="0"/>
      <dgm:spPr/>
    </dgm:pt>
    <dgm:pt modelId="{6CC6C57C-9A93-4C0D-9393-667EE29C50C1}" type="pres">
      <dgm:prSet presAssocID="{2A9C856A-64AB-4A16-9CEE-5945417B5DF3}" presName="textRect" presStyleLbl="revTx" presStyleIdx="1" presStyleCnt="3">
        <dgm:presLayoutVars>
          <dgm:chMax val="1"/>
          <dgm:chPref val="1"/>
        </dgm:presLayoutVars>
      </dgm:prSet>
      <dgm:spPr/>
    </dgm:pt>
    <dgm:pt modelId="{307C74C1-36F4-4993-B5EB-291373DBCBFD}" type="pres">
      <dgm:prSet presAssocID="{E2C14099-CD62-4B25-8937-2ED781EB9292}" presName="sibTrans" presStyleCnt="0"/>
      <dgm:spPr/>
    </dgm:pt>
    <dgm:pt modelId="{A34A3DE6-7347-4C8B-AF72-B5D63BDF872D}" type="pres">
      <dgm:prSet presAssocID="{0B56E578-387F-4C3F-835E-0CD534B3EF58}" presName="compNode" presStyleCnt="0"/>
      <dgm:spPr/>
    </dgm:pt>
    <dgm:pt modelId="{FFE31CE5-D0C0-45EB-88A4-0549B78DE89B}" type="pres">
      <dgm:prSet presAssocID="{0B56E578-387F-4C3F-835E-0CD534B3EF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EA52E75C-95D9-4638-8061-7AAAD240E8A9}" type="pres">
      <dgm:prSet presAssocID="{0B56E578-387F-4C3F-835E-0CD534B3EF58}" presName="spaceRect" presStyleCnt="0"/>
      <dgm:spPr/>
    </dgm:pt>
    <dgm:pt modelId="{A7504640-FEBE-48AE-956B-72550A103F1C}" type="pres">
      <dgm:prSet presAssocID="{0B56E578-387F-4C3F-835E-0CD534B3EF5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5EE6417-215F-4B09-BF43-37286FAF2807}" srcId="{300BE3BE-420A-460E-B809-CAD82E4F50EF}" destId="{85FDD670-5B79-477B-9D70-22488CADEF51}" srcOrd="0" destOrd="0" parTransId="{8D9E2D8F-E9EF-4B53-95D7-8A1E773DE92D}" sibTransId="{A90F1C10-BA69-4E1B-8AFD-448BCB98243E}"/>
    <dgm:cxn modelId="{2EAC382F-D519-4B00-9C4B-CE6F45706A2B}" type="presOf" srcId="{0B56E578-387F-4C3F-835E-0CD534B3EF58}" destId="{A7504640-FEBE-48AE-956B-72550A103F1C}" srcOrd="0" destOrd="0" presId="urn:microsoft.com/office/officeart/2018/2/layout/IconLabelList"/>
    <dgm:cxn modelId="{E31C4835-0CC4-4A3D-971B-C13637BDD950}" srcId="{300BE3BE-420A-460E-B809-CAD82E4F50EF}" destId="{2A9C856A-64AB-4A16-9CEE-5945417B5DF3}" srcOrd="1" destOrd="0" parTransId="{2109E847-9863-4AA5-96CA-94D7A8ED5D18}" sibTransId="{E2C14099-CD62-4B25-8937-2ED781EB9292}"/>
    <dgm:cxn modelId="{7894F766-F7D3-4585-B8E6-FBF9C287EA7E}" srcId="{300BE3BE-420A-460E-B809-CAD82E4F50EF}" destId="{0B56E578-387F-4C3F-835E-0CD534B3EF58}" srcOrd="2" destOrd="0" parTransId="{F28E2786-F74C-47BA-8BBA-77952C269ED8}" sibTransId="{F6DF0C54-DB06-47D0-B8F8-2C6874168C50}"/>
    <dgm:cxn modelId="{FDCFCBA3-9692-49D0-8409-C7276A73437D}" type="presOf" srcId="{300BE3BE-420A-460E-B809-CAD82E4F50EF}" destId="{CDD03649-401A-459A-AC4A-9846476F0D6C}" srcOrd="0" destOrd="0" presId="urn:microsoft.com/office/officeart/2018/2/layout/IconLabelList"/>
    <dgm:cxn modelId="{3A2C9AC3-C019-4A39-8607-75BA67F8347C}" type="presOf" srcId="{85FDD670-5B79-477B-9D70-22488CADEF51}" destId="{939EDBBF-8AA2-437E-8F44-9B8C03D03F87}" srcOrd="0" destOrd="0" presId="urn:microsoft.com/office/officeart/2018/2/layout/IconLabelList"/>
    <dgm:cxn modelId="{7BFFDCE0-E16F-40D5-960B-C7906CFE755B}" type="presOf" srcId="{2A9C856A-64AB-4A16-9CEE-5945417B5DF3}" destId="{6CC6C57C-9A93-4C0D-9393-667EE29C50C1}" srcOrd="0" destOrd="0" presId="urn:microsoft.com/office/officeart/2018/2/layout/IconLabelList"/>
    <dgm:cxn modelId="{DD918B05-2A4B-45E4-8FFF-02A23D2EA250}" type="presParOf" srcId="{CDD03649-401A-459A-AC4A-9846476F0D6C}" destId="{15B69DC3-C04B-45B0-BE9D-48C005A0B1DF}" srcOrd="0" destOrd="0" presId="urn:microsoft.com/office/officeart/2018/2/layout/IconLabelList"/>
    <dgm:cxn modelId="{178BAE27-CDE5-4F7A-9563-3E4F43C9487C}" type="presParOf" srcId="{15B69DC3-C04B-45B0-BE9D-48C005A0B1DF}" destId="{0EEA5EFA-597C-4379-9134-E1F3984326BA}" srcOrd="0" destOrd="0" presId="urn:microsoft.com/office/officeart/2018/2/layout/IconLabelList"/>
    <dgm:cxn modelId="{08AC397F-A406-4C59-BED1-CAF8897A87E8}" type="presParOf" srcId="{15B69DC3-C04B-45B0-BE9D-48C005A0B1DF}" destId="{7A276BB9-B362-4B22-8501-38ECA2BA71CC}" srcOrd="1" destOrd="0" presId="urn:microsoft.com/office/officeart/2018/2/layout/IconLabelList"/>
    <dgm:cxn modelId="{4D251F55-FCAA-48FF-BD0C-B8E7DB2A3B6E}" type="presParOf" srcId="{15B69DC3-C04B-45B0-BE9D-48C005A0B1DF}" destId="{939EDBBF-8AA2-437E-8F44-9B8C03D03F87}" srcOrd="2" destOrd="0" presId="urn:microsoft.com/office/officeart/2018/2/layout/IconLabelList"/>
    <dgm:cxn modelId="{7B10E31A-EA7C-4CD4-A0F5-9D4BAD31102E}" type="presParOf" srcId="{CDD03649-401A-459A-AC4A-9846476F0D6C}" destId="{7E00615F-A2A8-48D0-AD2E-B2D73AE37A42}" srcOrd="1" destOrd="0" presId="urn:microsoft.com/office/officeart/2018/2/layout/IconLabelList"/>
    <dgm:cxn modelId="{90AF790F-C416-4393-9A3D-56D932A8A327}" type="presParOf" srcId="{CDD03649-401A-459A-AC4A-9846476F0D6C}" destId="{C4520C44-632A-438F-B4ED-125B07DB8CBB}" srcOrd="2" destOrd="0" presId="urn:microsoft.com/office/officeart/2018/2/layout/IconLabelList"/>
    <dgm:cxn modelId="{0732D4AD-EDA8-4083-965C-E5583FECC04E}" type="presParOf" srcId="{C4520C44-632A-438F-B4ED-125B07DB8CBB}" destId="{F7AAEC34-BEDD-4D14-B3F5-7D169BA1D2D6}" srcOrd="0" destOrd="0" presId="urn:microsoft.com/office/officeart/2018/2/layout/IconLabelList"/>
    <dgm:cxn modelId="{BDFAB939-9874-4F0F-97F7-40F216B2A657}" type="presParOf" srcId="{C4520C44-632A-438F-B4ED-125B07DB8CBB}" destId="{E6D573CD-D699-496D-A45E-BDCC7278E4B5}" srcOrd="1" destOrd="0" presId="urn:microsoft.com/office/officeart/2018/2/layout/IconLabelList"/>
    <dgm:cxn modelId="{76CEBDC3-DA02-476E-B10A-0ED0BC623250}" type="presParOf" srcId="{C4520C44-632A-438F-B4ED-125B07DB8CBB}" destId="{6CC6C57C-9A93-4C0D-9393-667EE29C50C1}" srcOrd="2" destOrd="0" presId="urn:microsoft.com/office/officeart/2018/2/layout/IconLabelList"/>
    <dgm:cxn modelId="{1619425B-F5A8-4A55-95F3-95223866C0FD}" type="presParOf" srcId="{CDD03649-401A-459A-AC4A-9846476F0D6C}" destId="{307C74C1-36F4-4993-B5EB-291373DBCBFD}" srcOrd="3" destOrd="0" presId="urn:microsoft.com/office/officeart/2018/2/layout/IconLabelList"/>
    <dgm:cxn modelId="{64111C62-775E-4291-9B11-1626D2F6FC4E}" type="presParOf" srcId="{CDD03649-401A-459A-AC4A-9846476F0D6C}" destId="{A34A3DE6-7347-4C8B-AF72-B5D63BDF872D}" srcOrd="4" destOrd="0" presId="urn:microsoft.com/office/officeart/2018/2/layout/IconLabelList"/>
    <dgm:cxn modelId="{EFFF00C4-CC27-4C82-A140-4F62E3278DC5}" type="presParOf" srcId="{A34A3DE6-7347-4C8B-AF72-B5D63BDF872D}" destId="{FFE31CE5-D0C0-45EB-88A4-0549B78DE89B}" srcOrd="0" destOrd="0" presId="urn:microsoft.com/office/officeart/2018/2/layout/IconLabelList"/>
    <dgm:cxn modelId="{606A63DC-9D44-47CE-A1B0-B8333852B5A3}" type="presParOf" srcId="{A34A3DE6-7347-4C8B-AF72-B5D63BDF872D}" destId="{EA52E75C-95D9-4638-8061-7AAAD240E8A9}" srcOrd="1" destOrd="0" presId="urn:microsoft.com/office/officeart/2018/2/layout/IconLabelList"/>
    <dgm:cxn modelId="{53EAC640-DDA9-4624-B70C-F276FFB1C39B}" type="presParOf" srcId="{A34A3DE6-7347-4C8B-AF72-B5D63BDF872D}" destId="{A7504640-FEBE-48AE-956B-72550A103F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0A27F-8B1C-4DB2-B725-18B40BB3D3F0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7CB3CF-4339-4072-95F9-91F0E142010A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95B44-49FA-4B13-99D6-432BE7CC8275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Smart POS system for university cafés</a:t>
          </a:r>
        </a:p>
      </dsp:txBody>
      <dsp:txXfrm>
        <a:off x="25435" y="2456402"/>
        <a:ext cx="1800000" cy="720000"/>
      </dsp:txXfrm>
    </dsp:sp>
    <dsp:sp modelId="{3A3D7120-6D0F-4E21-B601-4356EADDE934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A0CE1-8959-4CC2-9E32-C86ED61F521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A290E-C024-4D74-AEDD-7B837DA05370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RFID-based student authentication</a:t>
          </a:r>
        </a:p>
      </dsp:txBody>
      <dsp:txXfrm>
        <a:off x="2140435" y="2456402"/>
        <a:ext cx="1800000" cy="720000"/>
      </dsp:txXfrm>
    </dsp:sp>
    <dsp:sp modelId="{38E88CD0-E692-49F9-9D7A-AAE321CD76A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90907-9E64-41B2-8B7D-4A32B9105584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839D2-6838-4EA9-A031-7F14D8454CC4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Mobile ordering with wallet payments</a:t>
          </a:r>
        </a:p>
      </dsp:txBody>
      <dsp:txXfrm>
        <a:off x="4255435" y="2456402"/>
        <a:ext cx="1800000" cy="720000"/>
      </dsp:txXfrm>
    </dsp:sp>
    <dsp:sp modelId="{E2FE8D4A-4484-4EB9-82BE-A6C3D7E6EAFF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7EAF6-FFE8-4ADE-B3C8-11804709F29F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A85BB-9D26-4E2F-BD0C-DA2188029AAF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Scalable backend deployed on AWS</a:t>
          </a:r>
        </a:p>
      </dsp:txBody>
      <dsp:txXfrm>
        <a:off x="6370435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2F4E0E-4775-438C-BE72-EFD9D67316A8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Manual café queues cause delays</a:t>
          </a:r>
        </a:p>
      </dsp:txBody>
      <dsp:txXfrm>
        <a:off x="715337" y="2413"/>
        <a:ext cx="3221521" cy="1932912"/>
      </dsp:txXfrm>
    </dsp:sp>
    <dsp:sp modelId="{7D4F7C33-4DF7-4C9F-A48D-69C454B2FBA0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Cash handling is inefficient</a:t>
          </a:r>
        </a:p>
      </dsp:txBody>
      <dsp:txXfrm>
        <a:off x="4259011" y="2413"/>
        <a:ext cx="3221521" cy="1932912"/>
      </dsp:txXfrm>
    </dsp:sp>
    <dsp:sp modelId="{28D4089E-D626-410F-B4B3-69C455DAA80D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No centralized café management</a:t>
          </a:r>
        </a:p>
      </dsp:txBody>
      <dsp:txXfrm>
        <a:off x="715337" y="2257478"/>
        <a:ext cx="3221521" cy="1932912"/>
      </dsp:txXfrm>
    </dsp:sp>
    <dsp:sp modelId="{CA30CD59-E127-4E5E-993C-D1300B0C2482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Lack of real-time order confirmation</a:t>
          </a:r>
        </a:p>
      </dsp:txBody>
      <dsp:txXfrm>
        <a:off x="4259011" y="2257478"/>
        <a:ext cx="3221521" cy="1932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C0BE4-C793-4D47-8644-8B03BF88771A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4A0ACE-C64D-4C20-955A-96C9243D3403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95742-82F8-4C82-98F4-B97E2AE1E826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Centralized POS platform</a:t>
          </a:r>
        </a:p>
      </dsp:txBody>
      <dsp:txXfrm>
        <a:off x="25435" y="2456402"/>
        <a:ext cx="1800000" cy="720000"/>
      </dsp:txXfrm>
    </dsp:sp>
    <dsp:sp modelId="{38E64817-8928-470D-B6AC-8DC796A0FA5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81A58-8148-4D81-8609-9C9D56A21B18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37BD9-A3D8-415F-BD55-1208C8C5D563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Student mobile app for ordering</a:t>
          </a:r>
        </a:p>
      </dsp:txBody>
      <dsp:txXfrm>
        <a:off x="2140435" y="2456402"/>
        <a:ext cx="1800000" cy="720000"/>
      </dsp:txXfrm>
    </dsp:sp>
    <dsp:sp modelId="{55F1035B-B3AD-479D-AFFE-D6BF5AC3A649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47AFCD-F214-4983-A69A-CD9F68A0C0EB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B18A2-8732-487B-A14A-55250BAAEBC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RFID-based order confirmation</a:t>
          </a:r>
        </a:p>
      </dsp:txBody>
      <dsp:txXfrm>
        <a:off x="4255435" y="2456402"/>
        <a:ext cx="1800000" cy="720000"/>
      </dsp:txXfrm>
    </dsp:sp>
    <dsp:sp modelId="{C646E83B-CB25-42D7-8EB4-8778F8AA93C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13B9BA-6C03-4BAB-8BEB-8115FC0BC502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1B55D-C3F6-4D4B-8655-9D1FE12BA3E1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Secure wallet-based payments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70A61-4F00-4C66-A8B5-E54F30E8E482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B3B6E-092E-4213-BB68-0D3C25B9885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E9FA1-E5F1-4B0E-BA56-FA54AE7AB811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Web portal for cafés</a:t>
          </a:r>
        </a:p>
      </dsp:txBody>
      <dsp:txXfrm>
        <a:off x="25435" y="2456402"/>
        <a:ext cx="1800000" cy="720000"/>
      </dsp:txXfrm>
    </dsp:sp>
    <dsp:sp modelId="{667C2C75-9137-49B3-BEFF-B2F598689662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AC350-20B1-4444-8596-8C7FCD707888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13EDEC-C5C9-4B10-B9F3-59CC39949DCE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Mobile app for students</a:t>
          </a:r>
        </a:p>
      </dsp:txBody>
      <dsp:txXfrm>
        <a:off x="2140435" y="2456402"/>
        <a:ext cx="1800000" cy="720000"/>
      </dsp:txXfrm>
    </dsp:sp>
    <dsp:sp modelId="{68F4ACEC-2087-4F54-9FFA-0C6B76C9B353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9ADD1-2702-4BFC-BD4B-995A75814B8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13AC6-23BB-461E-B1F0-0FDBE4875544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RFID POS device</a:t>
          </a:r>
        </a:p>
      </dsp:txBody>
      <dsp:txXfrm>
        <a:off x="4255435" y="2456402"/>
        <a:ext cx="1800000" cy="720000"/>
      </dsp:txXfrm>
    </dsp:sp>
    <dsp:sp modelId="{438E2E0F-52B5-44E5-9B21-F2C51C1BEC9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9554F-5889-4471-92D2-5237349F97A4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8CDA8-D868-4B10-B607-7380C1F1DC69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AWS-hosted backend services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6D41A4-0406-4AD1-AB40-0088AAF43F2D}">
      <dsp:nvSpPr>
        <dsp:cNvPr id="0" name=""/>
        <dsp:cNvSpPr/>
      </dsp:nvSpPr>
      <dsp:spPr>
        <a:xfrm>
          <a:off x="37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C9722A-24B1-4049-BFF6-834EC6999A17}">
      <dsp:nvSpPr>
        <dsp:cNvPr id="0" name=""/>
        <dsp:cNvSpPr/>
      </dsp:nvSpPr>
      <dsp:spPr>
        <a:xfrm>
          <a:off x="61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001CE-6253-48DC-9FE2-9259CF40F499}">
      <dsp:nvSpPr>
        <dsp:cNvPr id="0" name=""/>
        <dsp:cNvSpPr/>
      </dsp:nvSpPr>
      <dsp:spPr>
        <a:xfrm>
          <a:off x="2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Django backend on EC2</a:t>
          </a:r>
        </a:p>
      </dsp:txBody>
      <dsp:txXfrm>
        <a:off x="25435" y="2204702"/>
        <a:ext cx="1800000" cy="720000"/>
      </dsp:txXfrm>
    </dsp:sp>
    <dsp:sp modelId="{CD2BD9B2-D026-4C08-B15C-BE44F726E2DA}">
      <dsp:nvSpPr>
        <dsp:cNvPr id="0" name=""/>
        <dsp:cNvSpPr/>
      </dsp:nvSpPr>
      <dsp:spPr>
        <a:xfrm>
          <a:off x="249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4FFB2-6774-47E3-8CA8-A6648FDAF6B4}">
      <dsp:nvSpPr>
        <dsp:cNvPr id="0" name=""/>
        <dsp:cNvSpPr/>
      </dsp:nvSpPr>
      <dsp:spPr>
        <a:xfrm>
          <a:off x="272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AFFA2-40EC-4621-8EE9-5FEBAF054214}">
      <dsp:nvSpPr>
        <dsp:cNvPr id="0" name=""/>
        <dsp:cNvSpPr/>
      </dsp:nvSpPr>
      <dsp:spPr>
        <a:xfrm>
          <a:off x="214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Nginx as reverse proxy</a:t>
          </a:r>
        </a:p>
      </dsp:txBody>
      <dsp:txXfrm>
        <a:off x="2140435" y="2204702"/>
        <a:ext cx="1800000" cy="720000"/>
      </dsp:txXfrm>
    </dsp:sp>
    <dsp:sp modelId="{161F7BD3-61F8-4B81-A5AD-F5A0EFF10F2F}">
      <dsp:nvSpPr>
        <dsp:cNvPr id="0" name=""/>
        <dsp:cNvSpPr/>
      </dsp:nvSpPr>
      <dsp:spPr>
        <a:xfrm>
          <a:off x="4606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5D80BD-2A94-4D38-BAA3-7466BC85F7DB}">
      <dsp:nvSpPr>
        <dsp:cNvPr id="0" name=""/>
        <dsp:cNvSpPr/>
      </dsp:nvSpPr>
      <dsp:spPr>
        <a:xfrm>
          <a:off x="4840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E4EE9-BB88-40E3-BF81-67764EA45503}">
      <dsp:nvSpPr>
        <dsp:cNvPr id="0" name=""/>
        <dsp:cNvSpPr/>
      </dsp:nvSpPr>
      <dsp:spPr>
        <a:xfrm>
          <a:off x="4255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Gunicorn as WSGI server</a:t>
          </a:r>
        </a:p>
      </dsp:txBody>
      <dsp:txXfrm>
        <a:off x="4255435" y="2204702"/>
        <a:ext cx="1800000" cy="720000"/>
      </dsp:txXfrm>
    </dsp:sp>
    <dsp:sp modelId="{BBA90CA2-692B-4E05-B28E-33C48CD17D04}">
      <dsp:nvSpPr>
        <dsp:cNvPr id="0" name=""/>
        <dsp:cNvSpPr/>
      </dsp:nvSpPr>
      <dsp:spPr>
        <a:xfrm>
          <a:off x="6721435" y="7647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07B22-8901-4748-A538-59DD7A279691}">
      <dsp:nvSpPr>
        <dsp:cNvPr id="0" name=""/>
        <dsp:cNvSpPr/>
      </dsp:nvSpPr>
      <dsp:spPr>
        <a:xfrm>
          <a:off x="6955435" y="9987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25F63-AAD8-4FB4-8978-C3696662DA10}">
      <dsp:nvSpPr>
        <dsp:cNvPr id="0" name=""/>
        <dsp:cNvSpPr/>
      </dsp:nvSpPr>
      <dsp:spPr>
        <a:xfrm>
          <a:off x="6370435" y="2204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Application Load Balancer for routing</a:t>
          </a:r>
        </a:p>
      </dsp:txBody>
      <dsp:txXfrm>
        <a:off x="6370435" y="22047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3AA1F-E2A4-4D8D-A4D7-6DCD23AB6F87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C78E3-EB6E-4E0E-B834-05B13676EA34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AA462-FF92-48C6-93FE-E33D87620790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Amazon RDS (PostgreSQL)</a:t>
          </a:r>
        </a:p>
      </dsp:txBody>
      <dsp:txXfrm>
        <a:off x="46529" y="2703902"/>
        <a:ext cx="2418750" cy="720000"/>
      </dsp:txXfrm>
    </dsp:sp>
    <dsp:sp modelId="{97FDB2A8-6EC3-436C-A2B4-D04D85202AB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0FA59-7942-4D3F-BE3C-A85806A2C45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BA099-05C4-4C04-BDC0-B989C150AE60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Redis for caching &amp; sessions</a:t>
          </a:r>
        </a:p>
      </dsp:txBody>
      <dsp:txXfrm>
        <a:off x="2888560" y="2703902"/>
        <a:ext cx="2418750" cy="720000"/>
      </dsp:txXfrm>
    </dsp:sp>
    <dsp:sp modelId="{E84A7A4E-FB03-4D66-AD46-CF31F9C666EA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F147A-B448-4A24-8C72-8F827D0ADC6D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052D8E-7E7B-4A65-BC79-82E8C31BB0C5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Amazon S3 for static files</a:t>
          </a:r>
        </a:p>
      </dsp:txBody>
      <dsp:txXfrm>
        <a:off x="5730591" y="2703902"/>
        <a:ext cx="241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8C2F5-1423-4F7C-A40E-C56905FEDE5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5C0C6-1DCE-41FE-8D45-4FB56EEEA760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BC807-8CFC-4DF2-A704-506808616CC1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RFID scan triggers backend API</a:t>
          </a:r>
        </a:p>
      </dsp:txBody>
      <dsp:txXfrm>
        <a:off x="25435" y="2456402"/>
        <a:ext cx="1800000" cy="720000"/>
      </dsp:txXfrm>
    </dsp:sp>
    <dsp:sp modelId="{91BBF069-5273-489B-9E66-C01E40D5C622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E45BC-F4E5-4B42-BF27-95CA7FA41D74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0FAE99-9F21-43A2-A64A-C7F4DB29A776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Student identified from database</a:t>
          </a:r>
        </a:p>
      </dsp:txBody>
      <dsp:txXfrm>
        <a:off x="2140435" y="2456402"/>
        <a:ext cx="1800000" cy="720000"/>
      </dsp:txXfrm>
    </dsp:sp>
    <dsp:sp modelId="{01C7A867-D3F0-4894-ABF1-BFD3BD6A0D06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1458D-F6A2-4416-AB0E-29AD918067CB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881BE-AD09-471B-95FF-C8FB2D2F6F45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Firebase sends push notification</a:t>
          </a:r>
        </a:p>
      </dsp:txBody>
      <dsp:txXfrm>
        <a:off x="4255435" y="2456402"/>
        <a:ext cx="1800000" cy="720000"/>
      </dsp:txXfrm>
    </dsp:sp>
    <dsp:sp modelId="{9F3F72F9-7221-4E1A-8DE6-9F83F09F94D4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EFD77-0F35-4196-9FF7-2CD0D2F244F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BFED2-B34C-4039-92FA-9B0E952A716F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Student confirms order</a:t>
          </a:r>
        </a:p>
      </dsp:txBody>
      <dsp:txXfrm>
        <a:off x="6370435" y="245640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852B1-FDD6-4406-8356-C823247BFA7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17184-E030-4445-A3BD-B04EC5393C7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E2012-8BA6-4E88-BAEC-CF64799A1B14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Wallet balance verification</a:t>
          </a:r>
        </a:p>
      </dsp:txBody>
      <dsp:txXfrm>
        <a:off x="25435" y="2456402"/>
        <a:ext cx="1800000" cy="720000"/>
      </dsp:txXfrm>
    </dsp:sp>
    <dsp:sp modelId="{8635BCB4-AFA7-4AB4-8B75-F56C3C6E37C8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3B615-3274-4EE7-B66B-109EB989F8C7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09088-92E2-481D-B737-B17155159365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Atomic database transactions</a:t>
          </a:r>
        </a:p>
      </dsp:txBody>
      <dsp:txXfrm>
        <a:off x="2140435" y="2456402"/>
        <a:ext cx="1800000" cy="720000"/>
      </dsp:txXfrm>
    </dsp:sp>
    <dsp:sp modelId="{7FD91E61-5214-4CD1-A270-34D240CEE5A8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0939B-AC33-4C73-9C9E-D0A161952542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72879-ED0A-4CD3-A87D-7BBAB7E65F57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IAM roles &amp; security groups</a:t>
          </a:r>
        </a:p>
      </dsp:txBody>
      <dsp:txXfrm>
        <a:off x="4255435" y="2456402"/>
        <a:ext cx="1800000" cy="720000"/>
      </dsp:txXfrm>
    </dsp:sp>
    <dsp:sp modelId="{720E1D3E-BBF5-428E-92B2-A3D0B3A7104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3C13FF-82F7-4152-ACE0-431181548437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989F7-BA71-41AF-B369-A4B2641064DB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No direct DB public access</a:t>
          </a:r>
        </a:p>
      </dsp:txBody>
      <dsp:txXfrm>
        <a:off x="6370435" y="2456402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8FB74-C9FA-437D-9232-67A88954CB45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IAM configuration</a:t>
          </a:r>
        </a:p>
      </dsp:txBody>
      <dsp:txXfrm>
        <a:off x="27017" y="27017"/>
        <a:ext cx="5483391" cy="868383"/>
      </dsp:txXfrm>
    </dsp:sp>
    <dsp:sp modelId="{C0373ECC-A52D-4C52-9A64-613D926CEE8C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EC2 &amp; ALB setup</a:t>
          </a:r>
        </a:p>
      </dsp:txBody>
      <dsp:txXfrm>
        <a:off x="576140" y="1117146"/>
        <a:ext cx="5353968" cy="868383"/>
      </dsp:txXfrm>
    </dsp:sp>
    <dsp:sp modelId="{566034E8-E4E6-4470-9C97-ABC1E7F9C154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RDS &amp; Redis configuration</a:t>
          </a:r>
        </a:p>
      </dsp:txBody>
      <dsp:txXfrm>
        <a:off x="1117067" y="2207275"/>
        <a:ext cx="5362164" cy="868383"/>
      </dsp:txXfrm>
    </dsp:sp>
    <dsp:sp modelId="{4B131A98-5472-4725-A09F-CC77CF5D7FCE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Backend deployment</a:t>
          </a:r>
        </a:p>
      </dsp:txBody>
      <dsp:txXfrm>
        <a:off x="1666191" y="3297404"/>
        <a:ext cx="5353968" cy="868383"/>
      </dsp:txXfrm>
    </dsp:sp>
    <dsp:sp modelId="{B5EDA2EA-35EB-4B08-AFB7-FFFB512D84FB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2028" y="706487"/>
        <a:ext cx="329765" cy="451177"/>
      </dsp:txXfrm>
    </dsp:sp>
    <dsp:sp modelId="{DBFF751C-0064-40B6-960C-72E0CEADF878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41152" y="1796616"/>
        <a:ext cx="329765" cy="451177"/>
      </dsp:txXfrm>
    </dsp:sp>
    <dsp:sp modelId="{541E2A4E-C649-4200-93AF-998267E7F8CF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82079" y="2886746"/>
        <a:ext cx="329765" cy="45117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B4582-8A8B-41F7-B86F-C8233A87BD1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2A977-D170-445C-B477-D1D879481C7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106AF-74E2-4EF2-9702-4141105D6F8D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Reduced waiting time</a:t>
          </a:r>
        </a:p>
      </dsp:txBody>
      <dsp:txXfrm>
        <a:off x="25435" y="2456402"/>
        <a:ext cx="1800000" cy="720000"/>
      </dsp:txXfrm>
    </dsp:sp>
    <dsp:sp modelId="{8AE47E47-DBEF-463B-8332-9FF003CE29A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F6C93-82C3-4DB1-B8AF-5622E98A604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49421-3705-431A-88FD-4ABAC26816BA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Cashless transactions</a:t>
          </a:r>
        </a:p>
      </dsp:txBody>
      <dsp:txXfrm>
        <a:off x="2140435" y="2456402"/>
        <a:ext cx="1800000" cy="720000"/>
      </dsp:txXfrm>
    </dsp:sp>
    <dsp:sp modelId="{7FEDF39A-FBB3-4E98-94A4-B84FA1D7084A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6271B-FB51-4105-912B-D3ED7F3A5C71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CFE657-6A52-4B3E-9203-8F4D2326AE5E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Scalable architecture</a:t>
          </a:r>
        </a:p>
      </dsp:txBody>
      <dsp:txXfrm>
        <a:off x="4255435" y="2456402"/>
        <a:ext cx="1800000" cy="720000"/>
      </dsp:txXfrm>
    </dsp:sp>
    <dsp:sp modelId="{781155A2-2575-4C3F-9A00-C57DA5081AAD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E618D-2827-49AD-8BFA-BB64B3EF237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BE437-23D2-499A-8A7F-E6BCEBFBC197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Improved operational efficiency</a:t>
          </a:r>
        </a:p>
      </dsp:txBody>
      <dsp:txXfrm>
        <a:off x="6370435" y="2456402"/>
        <a:ext cx="180000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A5EFA-597C-4379-9134-E1F3984326BA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EDBBF-8AA2-437E-8F44-9B8C03D03F87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End-to-end cloud POS solution</a:t>
          </a:r>
        </a:p>
      </dsp:txBody>
      <dsp:txXfrm>
        <a:off x="78583" y="2435142"/>
        <a:ext cx="2399612" cy="720000"/>
      </dsp:txXfrm>
    </dsp:sp>
    <dsp:sp modelId="{F7AAEC34-BEDD-4D14-B3F5-7D169BA1D2D6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6C57C-9A93-4C0D-9393-667EE29C50C1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Secure and scalable backend</a:t>
          </a:r>
        </a:p>
      </dsp:txBody>
      <dsp:txXfrm>
        <a:off x="2898129" y="2435142"/>
        <a:ext cx="2399612" cy="720000"/>
      </dsp:txXfrm>
    </dsp:sp>
    <dsp:sp modelId="{FFE31CE5-D0C0-45EB-88A4-0549B78DE89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04640-FEBE-48AE-956B-72550A103F1C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Designed for university-scale usage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ray of takeaway coffees">
            <a:extLst>
              <a:ext uri="{FF2B5EF4-FFF2-40B4-BE49-F238E27FC236}">
                <a16:creationId xmlns:a16="http://schemas.microsoft.com/office/drawing/2014/main" id="{D4502363-3E48-8119-5601-B1549AEFC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17" r="32589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Campus Pay: </a:t>
            </a:r>
            <a:br>
              <a:rPr lang="en-US" sz="3500" dirty="0"/>
            </a:br>
            <a:r>
              <a:rPr lang="en-US" sz="3500" dirty="0"/>
              <a:t>Smart Card Café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4347148"/>
            <a:ext cx="3935505" cy="189292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Group Members:</a:t>
            </a:r>
          </a:p>
          <a:p>
            <a:r>
              <a:rPr lang="en-US" sz="1700" dirty="0"/>
              <a:t>Mustansar Tanwir (BSSE23027)</a:t>
            </a:r>
          </a:p>
          <a:p>
            <a:r>
              <a:rPr lang="en-US" sz="1700" dirty="0"/>
              <a:t>M. Hasham (BSSE23053)</a:t>
            </a:r>
          </a:p>
          <a:p>
            <a:r>
              <a:rPr lang="en-US" sz="1700" dirty="0"/>
              <a:t>M. Abdullah (BSSE23087)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56ED3E2-A0B0-6BE0-E154-D373BDCFE4CE}"/>
              </a:ext>
            </a:extLst>
          </p:cNvPr>
          <p:cNvSpPr txBox="1">
            <a:spLocks/>
          </p:cNvSpPr>
          <p:nvPr/>
        </p:nvSpPr>
        <p:spPr>
          <a:xfrm>
            <a:off x="4389512" y="2693986"/>
            <a:ext cx="5129243" cy="1470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Cloud-based RFID POS Solution deployed on AWS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Executive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5BCECE-15C9-9EB5-9077-47A88578C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27507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95540F-8198-DA29-01A0-DAAEC64B2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6571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Proposed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1E3A2D-BFF4-2087-E9F9-FC5F037E98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54176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A4C281-A917-0C09-C1B3-67E499245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770113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 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57CC8-00B1-F912-C478-84A551881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6446"/>
            <a:ext cx="9144000" cy="52815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Implementation – Backend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A94811-08BE-5DAC-DA58-3AA77A3346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607616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Implementation – Data Layer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437B49-0523-BBEC-58F1-D5F5225670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72682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RFID &amp; Notification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A8A76C-6D0E-569C-BBDA-DFBDD0CF4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0867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Payment &amp; Security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5B8BA5-0438-B3CA-8036-D9265A0FD9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3983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AWS Deployment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298FCA-81C3-35F2-C0C3-0544783E32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13354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EE8F4D-32D5-728B-D341-432A32175C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12147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441F9DB-0F97-40A1-D99A-BF34B4116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48631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228</Words>
  <Application>Microsoft Office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Campus Pay:  Smart Card Café System</vt:lpstr>
      <vt:lpstr>Executive Summary</vt:lpstr>
      <vt:lpstr>Problem Statement</vt:lpstr>
      <vt:lpstr>Proposed Solution</vt:lpstr>
      <vt:lpstr>System Architecture</vt:lpstr>
      <vt:lpstr>AWS Architecture Diagram</vt:lpstr>
      <vt:lpstr>Implementation – Backend</vt:lpstr>
      <vt:lpstr>Implementation – Data Layer</vt:lpstr>
      <vt:lpstr>RFID &amp; Notification Flow</vt:lpstr>
      <vt:lpstr>Payment &amp; Security</vt:lpstr>
      <vt:lpstr>AWS Deployment Steps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Mustansar Tanwir</cp:lastModifiedBy>
  <cp:revision>4</cp:revision>
  <dcterms:created xsi:type="dcterms:W3CDTF">2013-01-27T09:14:16Z</dcterms:created>
  <dcterms:modified xsi:type="dcterms:W3CDTF">2026-01-04T12:13:00Z</dcterms:modified>
  <cp:category/>
</cp:coreProperties>
</file>